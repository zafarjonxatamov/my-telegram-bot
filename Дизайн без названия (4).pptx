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DM Sans Bold" charset="1" panose="00000000000000000000"/>
      <p:regular r:id="rId14"/>
    </p:embeddedFont>
    <p:embeddedFont>
      <p:font typeface="DM Sans Bold Italics" charset="1" panose="00000000000000000000"/>
      <p:regular r:id="rId15"/>
    </p:embeddedFont>
    <p:embeddedFont>
      <p:font typeface="DM Sans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7.png" Type="http://schemas.openxmlformats.org/officeDocument/2006/relationships/image"/><Relationship Id="rId15" Target="../media/image8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61289" y="-7052703"/>
            <a:ext cx="14179977" cy="13097142"/>
          </a:xfrm>
          <a:custGeom>
            <a:avLst/>
            <a:gdLst/>
            <a:ahLst/>
            <a:cxnLst/>
            <a:rect r="r" b="b" t="t" l="l"/>
            <a:pathLst>
              <a:path h="13097142" w="14179977">
                <a:moveTo>
                  <a:pt x="0" y="0"/>
                </a:moveTo>
                <a:lnTo>
                  <a:pt x="14179978" y="0"/>
                </a:lnTo>
                <a:lnTo>
                  <a:pt x="14179978" y="13097142"/>
                </a:lnTo>
                <a:lnTo>
                  <a:pt x="0" y="130971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28376" y="1306814"/>
            <a:ext cx="8416082" cy="3343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6"/>
              </a:lnSpc>
              <a:spcBef>
                <a:spcPct val="0"/>
              </a:spcBef>
            </a:pPr>
            <a:r>
              <a:rPr lang="en-US" b="true" sz="21921" spc="-635">
                <a:solidFill>
                  <a:srgbClr val="3A50AA"/>
                </a:solidFill>
                <a:latin typeface="DM Sans Bold"/>
                <a:ea typeface="DM Sans Bold"/>
                <a:cs typeface="DM Sans Bold"/>
                <a:sym typeface="DM Sans Bold"/>
              </a:rPr>
              <a:t>Sports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80737" y="2563687"/>
            <a:ext cx="14179977" cy="13097142"/>
          </a:xfrm>
          <a:custGeom>
            <a:avLst/>
            <a:gdLst/>
            <a:ahLst/>
            <a:cxnLst/>
            <a:rect r="r" b="b" t="t" l="l"/>
            <a:pathLst>
              <a:path h="13097142" w="14179977">
                <a:moveTo>
                  <a:pt x="0" y="0"/>
                </a:moveTo>
                <a:lnTo>
                  <a:pt x="14179977" y="0"/>
                </a:lnTo>
                <a:lnTo>
                  <a:pt x="14179977" y="13097143"/>
                </a:lnTo>
                <a:lnTo>
                  <a:pt x="0" y="130971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641560" y="1028700"/>
            <a:ext cx="3410429" cy="3410429"/>
          </a:xfrm>
          <a:custGeom>
            <a:avLst/>
            <a:gdLst/>
            <a:ahLst/>
            <a:cxnLst/>
            <a:rect r="r" b="b" t="t" l="l"/>
            <a:pathLst>
              <a:path h="3410429" w="3410429">
                <a:moveTo>
                  <a:pt x="0" y="0"/>
                </a:moveTo>
                <a:lnTo>
                  <a:pt x="3410429" y="0"/>
                </a:lnTo>
                <a:lnTo>
                  <a:pt x="3410429" y="3410429"/>
                </a:lnTo>
                <a:lnTo>
                  <a:pt x="0" y="341042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329416" y="5946155"/>
            <a:ext cx="3312145" cy="3312145"/>
          </a:xfrm>
          <a:custGeom>
            <a:avLst/>
            <a:gdLst/>
            <a:ahLst/>
            <a:cxnLst/>
            <a:rect r="r" b="b" t="t" l="l"/>
            <a:pathLst>
              <a:path h="3312145" w="3312145">
                <a:moveTo>
                  <a:pt x="0" y="0"/>
                </a:moveTo>
                <a:lnTo>
                  <a:pt x="3312144" y="0"/>
                </a:lnTo>
                <a:lnTo>
                  <a:pt x="3312144" y="3312145"/>
                </a:lnTo>
                <a:lnTo>
                  <a:pt x="0" y="33121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196709">
            <a:off x="9030511" y="2976229"/>
            <a:ext cx="2808768" cy="2925800"/>
          </a:xfrm>
          <a:custGeom>
            <a:avLst/>
            <a:gdLst/>
            <a:ahLst/>
            <a:cxnLst/>
            <a:rect r="r" b="b" t="t" l="l"/>
            <a:pathLst>
              <a:path h="2925800" w="2808768">
                <a:moveTo>
                  <a:pt x="0" y="0"/>
                </a:moveTo>
                <a:lnTo>
                  <a:pt x="2808768" y="0"/>
                </a:lnTo>
                <a:lnTo>
                  <a:pt x="2808768" y="2925800"/>
                </a:lnTo>
                <a:lnTo>
                  <a:pt x="0" y="2925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232110" y="3599047"/>
            <a:ext cx="4374526" cy="4350665"/>
          </a:xfrm>
          <a:custGeom>
            <a:avLst/>
            <a:gdLst/>
            <a:ahLst/>
            <a:cxnLst/>
            <a:rect r="r" b="b" t="t" l="l"/>
            <a:pathLst>
              <a:path h="4350665" w="4374526">
                <a:moveTo>
                  <a:pt x="0" y="0"/>
                </a:moveTo>
                <a:lnTo>
                  <a:pt x="4374526" y="0"/>
                </a:lnTo>
                <a:lnTo>
                  <a:pt x="4374526" y="4350665"/>
                </a:lnTo>
                <a:lnTo>
                  <a:pt x="0" y="435066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1303003">
            <a:off x="10697087" y="7965533"/>
            <a:ext cx="6168975" cy="3308814"/>
          </a:xfrm>
          <a:custGeom>
            <a:avLst/>
            <a:gdLst/>
            <a:ahLst/>
            <a:cxnLst/>
            <a:rect r="r" b="b" t="t" l="l"/>
            <a:pathLst>
              <a:path h="3308814" w="6168975">
                <a:moveTo>
                  <a:pt x="0" y="0"/>
                </a:moveTo>
                <a:lnTo>
                  <a:pt x="6168975" y="0"/>
                </a:lnTo>
                <a:lnTo>
                  <a:pt x="6168975" y="3308814"/>
                </a:lnTo>
                <a:lnTo>
                  <a:pt x="0" y="330881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427637" y="5307314"/>
            <a:ext cx="1521273" cy="1474251"/>
          </a:xfrm>
          <a:custGeom>
            <a:avLst/>
            <a:gdLst/>
            <a:ahLst/>
            <a:cxnLst/>
            <a:rect r="r" b="b" t="t" l="l"/>
            <a:pathLst>
              <a:path h="1474251" w="1521273">
                <a:moveTo>
                  <a:pt x="0" y="0"/>
                </a:moveTo>
                <a:lnTo>
                  <a:pt x="1521273" y="0"/>
                </a:lnTo>
                <a:lnTo>
                  <a:pt x="1521273" y="1474251"/>
                </a:lnTo>
                <a:lnTo>
                  <a:pt x="0" y="147425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665650" y="1159746"/>
            <a:ext cx="583125" cy="565101"/>
          </a:xfrm>
          <a:custGeom>
            <a:avLst/>
            <a:gdLst/>
            <a:ahLst/>
            <a:cxnLst/>
            <a:rect r="r" b="b" t="t" l="l"/>
            <a:pathLst>
              <a:path h="565101" w="583125">
                <a:moveTo>
                  <a:pt x="0" y="0"/>
                </a:moveTo>
                <a:lnTo>
                  <a:pt x="583125" y="0"/>
                </a:lnTo>
                <a:lnTo>
                  <a:pt x="583125" y="565101"/>
                </a:lnTo>
                <a:lnTo>
                  <a:pt x="0" y="56510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28369" y="6532620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28369" y="7435913"/>
            <a:ext cx="5020407" cy="1676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8"/>
              </a:lnSpc>
              <a:spcBef>
                <a:spcPct val="0"/>
              </a:spcBef>
            </a:pPr>
            <a:r>
              <a:rPr lang="en-US" b="true" sz="5506" i="true">
                <a:solidFill>
                  <a:srgbClr val="CA3D40"/>
                </a:solidFill>
                <a:latin typeface="DM Sans Bold Italics"/>
                <a:ea typeface="DM Sans Bold Italics"/>
                <a:cs typeface="DM Sans Bold Italics"/>
                <a:sym typeface="DM Sans Bold Italics"/>
              </a:rPr>
              <a:t>The Language of Motion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93761" y="4288440"/>
            <a:ext cx="9900479" cy="2463633"/>
            <a:chOff x="0" y="0"/>
            <a:chExt cx="2607533" cy="648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7533" cy="648858"/>
            </a:xfrm>
            <a:custGeom>
              <a:avLst/>
              <a:gdLst/>
              <a:ahLst/>
              <a:cxnLst/>
              <a:rect r="r" b="b" t="t" l="l"/>
              <a:pathLst>
                <a:path h="648858" w="2607533">
                  <a:moveTo>
                    <a:pt x="24241" y="0"/>
                  </a:moveTo>
                  <a:lnTo>
                    <a:pt x="2583292" y="0"/>
                  </a:lnTo>
                  <a:cubicBezTo>
                    <a:pt x="2589721" y="0"/>
                    <a:pt x="2595887" y="2554"/>
                    <a:pt x="2600433" y="7100"/>
                  </a:cubicBezTo>
                  <a:cubicBezTo>
                    <a:pt x="2604980" y="11646"/>
                    <a:pt x="2607533" y="17812"/>
                    <a:pt x="2607533" y="24241"/>
                  </a:cubicBezTo>
                  <a:lnTo>
                    <a:pt x="2607533" y="624617"/>
                  </a:lnTo>
                  <a:cubicBezTo>
                    <a:pt x="2607533" y="631046"/>
                    <a:pt x="2604980" y="637212"/>
                    <a:pt x="2600433" y="641758"/>
                  </a:cubicBezTo>
                  <a:cubicBezTo>
                    <a:pt x="2595887" y="646304"/>
                    <a:pt x="2589721" y="648858"/>
                    <a:pt x="2583292" y="648858"/>
                  </a:cubicBezTo>
                  <a:lnTo>
                    <a:pt x="24241" y="648858"/>
                  </a:lnTo>
                  <a:cubicBezTo>
                    <a:pt x="17812" y="648858"/>
                    <a:pt x="11646" y="646304"/>
                    <a:pt x="7100" y="641758"/>
                  </a:cubicBezTo>
                  <a:cubicBezTo>
                    <a:pt x="2554" y="637212"/>
                    <a:pt x="0" y="631046"/>
                    <a:pt x="0" y="624617"/>
                  </a:cubicBezTo>
                  <a:lnTo>
                    <a:pt x="0" y="24241"/>
                  </a:lnTo>
                  <a:cubicBezTo>
                    <a:pt x="0" y="17812"/>
                    <a:pt x="2554" y="11646"/>
                    <a:pt x="7100" y="7100"/>
                  </a:cubicBezTo>
                  <a:cubicBezTo>
                    <a:pt x="11646" y="2554"/>
                    <a:pt x="17812" y="0"/>
                    <a:pt x="24241" y="0"/>
                  </a:cubicBezTo>
                  <a:close/>
                </a:path>
              </a:pathLst>
            </a:custGeom>
            <a:solidFill>
              <a:srgbClr val="3A50A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07533" cy="68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01122" y="6475785"/>
            <a:ext cx="4262034" cy="4114800"/>
          </a:xfrm>
          <a:custGeom>
            <a:avLst/>
            <a:gdLst/>
            <a:ahLst/>
            <a:cxnLst/>
            <a:rect r="r" b="b" t="t" l="l"/>
            <a:pathLst>
              <a:path h="4114800" w="4262034">
                <a:moveTo>
                  <a:pt x="0" y="0"/>
                </a:moveTo>
                <a:lnTo>
                  <a:pt x="4262034" y="0"/>
                </a:lnTo>
                <a:lnTo>
                  <a:pt x="42620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189356">
            <a:off x="13802080" y="6475785"/>
            <a:ext cx="4238090" cy="4114800"/>
          </a:xfrm>
          <a:custGeom>
            <a:avLst/>
            <a:gdLst/>
            <a:ahLst/>
            <a:cxnLst/>
            <a:rect r="r" b="b" t="t" l="l"/>
            <a:pathLst>
              <a:path h="4114800" w="4238090">
                <a:moveTo>
                  <a:pt x="4238089" y="0"/>
                </a:moveTo>
                <a:lnTo>
                  <a:pt x="0" y="0"/>
                </a:lnTo>
                <a:lnTo>
                  <a:pt x="0" y="4114800"/>
                </a:lnTo>
                <a:lnTo>
                  <a:pt x="4238089" y="4114800"/>
                </a:lnTo>
                <a:lnTo>
                  <a:pt x="423808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696506" y="7409298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427811">
            <a:off x="9064403" y="7082967"/>
            <a:ext cx="4374526" cy="4350665"/>
          </a:xfrm>
          <a:custGeom>
            <a:avLst/>
            <a:gdLst/>
            <a:ahLst/>
            <a:cxnLst/>
            <a:rect r="r" b="b" t="t" l="l"/>
            <a:pathLst>
              <a:path h="4350665" w="4374526">
                <a:moveTo>
                  <a:pt x="0" y="0"/>
                </a:moveTo>
                <a:lnTo>
                  <a:pt x="4374526" y="0"/>
                </a:lnTo>
                <a:lnTo>
                  <a:pt x="4374526" y="4350666"/>
                </a:lnTo>
                <a:lnTo>
                  <a:pt x="0" y="43506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02101" y="2269989"/>
            <a:ext cx="12283798" cy="1362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10"/>
              </a:lnSpc>
              <a:spcBef>
                <a:spcPct val="0"/>
              </a:spcBef>
            </a:pPr>
            <a:r>
              <a:rPr lang="en-US" b="true" sz="8925" spc="-258">
                <a:solidFill>
                  <a:srgbClr val="CA3D40"/>
                </a:solidFill>
                <a:latin typeface="DM Sans Bold"/>
                <a:ea typeface="DM Sans Bold"/>
                <a:cs typeface="DM Sans Bold"/>
                <a:sym typeface="DM Sans Bold"/>
              </a:rPr>
              <a:t>Play</a:t>
            </a:r>
            <a:r>
              <a:rPr lang="en-US" b="true" sz="8925" spc="-258">
                <a:solidFill>
                  <a:srgbClr val="CA3D40"/>
                </a:solidFill>
                <a:latin typeface="DM Sans Bold"/>
                <a:ea typeface="DM Sans Bold"/>
                <a:cs typeface="DM Sans Bold"/>
                <a:sym typeface="DM Sans Bold"/>
              </a:rPr>
              <a:t> with Purpose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27088" y="4834497"/>
            <a:ext cx="8633824" cy="1371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5"/>
              </a:lnSpc>
              <a:spcBef>
                <a:spcPct val="0"/>
              </a:spcBef>
            </a:pPr>
            <a:r>
              <a:rPr lang="en-US" sz="302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At</a:t>
            </a:r>
            <a:r>
              <a:rPr lang="en-US" sz="302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hletics teach resilience and unity. Every game fosters balance, focus, and respect both on and off the field.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80828" y="3480904"/>
            <a:ext cx="1521273" cy="1474251"/>
          </a:xfrm>
          <a:custGeom>
            <a:avLst/>
            <a:gdLst/>
            <a:ahLst/>
            <a:cxnLst/>
            <a:rect r="r" b="b" t="t" l="l"/>
            <a:pathLst>
              <a:path h="1474251" w="1521273">
                <a:moveTo>
                  <a:pt x="0" y="0"/>
                </a:moveTo>
                <a:lnTo>
                  <a:pt x="1521273" y="0"/>
                </a:lnTo>
                <a:lnTo>
                  <a:pt x="1521273" y="1474251"/>
                </a:lnTo>
                <a:lnTo>
                  <a:pt x="0" y="14742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5629562" y="4955155"/>
            <a:ext cx="583125" cy="565101"/>
          </a:xfrm>
          <a:custGeom>
            <a:avLst/>
            <a:gdLst/>
            <a:ahLst/>
            <a:cxnLst/>
            <a:rect r="r" b="b" t="t" l="l"/>
            <a:pathLst>
              <a:path h="565101" w="583125">
                <a:moveTo>
                  <a:pt x="0" y="0"/>
                </a:moveTo>
                <a:lnTo>
                  <a:pt x="583125" y="0"/>
                </a:lnTo>
                <a:lnTo>
                  <a:pt x="583125" y="565102"/>
                </a:lnTo>
                <a:lnTo>
                  <a:pt x="0" y="5651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285899" y="1355094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3595" y="5074692"/>
            <a:ext cx="6116533" cy="4036182"/>
            <a:chOff x="0" y="0"/>
            <a:chExt cx="1610939" cy="10630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0939" cy="1063027"/>
            </a:xfrm>
            <a:custGeom>
              <a:avLst/>
              <a:gdLst/>
              <a:ahLst/>
              <a:cxnLst/>
              <a:rect r="r" b="b" t="t" l="l"/>
              <a:pathLst>
                <a:path h="1063027" w="1610939">
                  <a:moveTo>
                    <a:pt x="39238" y="0"/>
                  </a:moveTo>
                  <a:lnTo>
                    <a:pt x="1571701" y="0"/>
                  </a:lnTo>
                  <a:cubicBezTo>
                    <a:pt x="1582107" y="0"/>
                    <a:pt x="1592088" y="4134"/>
                    <a:pt x="1599446" y="11492"/>
                  </a:cubicBezTo>
                  <a:cubicBezTo>
                    <a:pt x="1606805" y="18851"/>
                    <a:pt x="1610939" y="28831"/>
                    <a:pt x="1610939" y="39238"/>
                  </a:cubicBezTo>
                  <a:lnTo>
                    <a:pt x="1610939" y="1023789"/>
                  </a:lnTo>
                  <a:cubicBezTo>
                    <a:pt x="1610939" y="1045460"/>
                    <a:pt x="1593371" y="1063027"/>
                    <a:pt x="1571701" y="1063027"/>
                  </a:cubicBezTo>
                  <a:lnTo>
                    <a:pt x="39238" y="1063027"/>
                  </a:lnTo>
                  <a:cubicBezTo>
                    <a:pt x="17567" y="1063027"/>
                    <a:pt x="0" y="1045460"/>
                    <a:pt x="0" y="1023789"/>
                  </a:cubicBezTo>
                  <a:lnTo>
                    <a:pt x="0" y="39238"/>
                  </a:lnTo>
                  <a:cubicBezTo>
                    <a:pt x="0" y="17567"/>
                    <a:pt x="17567" y="0"/>
                    <a:pt x="39238" y="0"/>
                  </a:cubicBezTo>
                  <a:close/>
                </a:path>
              </a:pathLst>
            </a:custGeom>
            <a:solidFill>
              <a:srgbClr val="CA3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10939" cy="1101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942828" y="2709729"/>
            <a:ext cx="14179977" cy="13097142"/>
          </a:xfrm>
          <a:custGeom>
            <a:avLst/>
            <a:gdLst/>
            <a:ahLst/>
            <a:cxnLst/>
            <a:rect r="r" b="b" t="t" l="l"/>
            <a:pathLst>
              <a:path h="13097142" w="14179977">
                <a:moveTo>
                  <a:pt x="0" y="0"/>
                </a:moveTo>
                <a:lnTo>
                  <a:pt x="14179977" y="0"/>
                </a:lnTo>
                <a:lnTo>
                  <a:pt x="14179977" y="13097142"/>
                </a:lnTo>
                <a:lnTo>
                  <a:pt x="0" y="130971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60125" y="5143500"/>
            <a:ext cx="5990702" cy="5696613"/>
          </a:xfrm>
          <a:custGeom>
            <a:avLst/>
            <a:gdLst/>
            <a:ahLst/>
            <a:cxnLst/>
            <a:rect r="r" b="b" t="t" l="l"/>
            <a:pathLst>
              <a:path h="5696613" w="5990702">
                <a:moveTo>
                  <a:pt x="0" y="0"/>
                </a:moveTo>
                <a:lnTo>
                  <a:pt x="5990702" y="0"/>
                </a:lnTo>
                <a:lnTo>
                  <a:pt x="5990702" y="5696613"/>
                </a:lnTo>
                <a:lnTo>
                  <a:pt x="0" y="56966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438853" y="1607904"/>
            <a:ext cx="4344130" cy="4344130"/>
          </a:xfrm>
          <a:custGeom>
            <a:avLst/>
            <a:gdLst/>
            <a:ahLst/>
            <a:cxnLst/>
            <a:rect r="r" b="b" t="t" l="l"/>
            <a:pathLst>
              <a:path h="4344130" w="4344130">
                <a:moveTo>
                  <a:pt x="0" y="0"/>
                </a:moveTo>
                <a:lnTo>
                  <a:pt x="4344130" y="0"/>
                </a:lnTo>
                <a:lnTo>
                  <a:pt x="4344130" y="4344130"/>
                </a:lnTo>
                <a:lnTo>
                  <a:pt x="0" y="43441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03595" y="1909613"/>
            <a:ext cx="7942908" cy="272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10"/>
              </a:lnSpc>
              <a:spcBef>
                <a:spcPct val="0"/>
              </a:spcBef>
            </a:pPr>
            <a:r>
              <a:rPr lang="en-US" b="true" sz="8925" spc="-258">
                <a:solidFill>
                  <a:srgbClr val="3A50AA"/>
                </a:solidFill>
                <a:latin typeface="DM Sans Bold"/>
                <a:ea typeface="DM Sans Bold"/>
                <a:cs typeface="DM Sans Bold"/>
                <a:sym typeface="DM Sans Bold"/>
              </a:rPr>
              <a:t>Ic</a:t>
            </a:r>
            <a:r>
              <a:rPr lang="en-US" b="true" sz="8925" spc="-258">
                <a:solidFill>
                  <a:srgbClr val="3A50AA"/>
                </a:solidFill>
                <a:latin typeface="DM Sans Bold"/>
                <a:ea typeface="DM Sans Bold"/>
                <a:cs typeface="DM Sans Bold"/>
                <a:sym typeface="DM Sans Bold"/>
              </a:rPr>
              <a:t>ons of Competition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29156" y="5939948"/>
            <a:ext cx="4948162" cy="2305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5"/>
              </a:lnSpc>
              <a:spcBef>
                <a:spcPct val="0"/>
              </a:spcBef>
            </a:pPr>
            <a:r>
              <a:rPr lang="en-US" sz="302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</a:t>
            </a:r>
            <a:r>
              <a:rPr lang="en-US" sz="302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rom basketball hoops to dumbbells, these symbols represent progress, energy, and the celebration of human capability.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8678217" y="6781549"/>
            <a:ext cx="1521273" cy="1474251"/>
          </a:xfrm>
          <a:custGeom>
            <a:avLst/>
            <a:gdLst/>
            <a:ahLst/>
            <a:cxnLst/>
            <a:rect r="r" b="b" t="t" l="l"/>
            <a:pathLst>
              <a:path h="1474251" w="1521273">
                <a:moveTo>
                  <a:pt x="0" y="0"/>
                </a:moveTo>
                <a:lnTo>
                  <a:pt x="1521272" y="0"/>
                </a:lnTo>
                <a:lnTo>
                  <a:pt x="1521272" y="1474252"/>
                </a:lnTo>
                <a:lnTo>
                  <a:pt x="0" y="14742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166467" y="1457816"/>
            <a:ext cx="583125" cy="565101"/>
          </a:xfrm>
          <a:custGeom>
            <a:avLst/>
            <a:gdLst/>
            <a:ahLst/>
            <a:cxnLst/>
            <a:rect r="r" b="b" t="t" l="l"/>
            <a:pathLst>
              <a:path h="565101" w="583125">
                <a:moveTo>
                  <a:pt x="0" y="0"/>
                </a:moveTo>
                <a:lnTo>
                  <a:pt x="583125" y="0"/>
                </a:lnTo>
                <a:lnTo>
                  <a:pt x="583125" y="565101"/>
                </a:lnTo>
                <a:lnTo>
                  <a:pt x="0" y="56510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12102" y="904227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93761" y="4288440"/>
            <a:ext cx="9900479" cy="2463633"/>
            <a:chOff x="0" y="0"/>
            <a:chExt cx="2607533" cy="648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7533" cy="648858"/>
            </a:xfrm>
            <a:custGeom>
              <a:avLst/>
              <a:gdLst/>
              <a:ahLst/>
              <a:cxnLst/>
              <a:rect r="r" b="b" t="t" l="l"/>
              <a:pathLst>
                <a:path h="648858" w="2607533">
                  <a:moveTo>
                    <a:pt x="24241" y="0"/>
                  </a:moveTo>
                  <a:lnTo>
                    <a:pt x="2583292" y="0"/>
                  </a:lnTo>
                  <a:cubicBezTo>
                    <a:pt x="2589721" y="0"/>
                    <a:pt x="2595887" y="2554"/>
                    <a:pt x="2600433" y="7100"/>
                  </a:cubicBezTo>
                  <a:cubicBezTo>
                    <a:pt x="2604980" y="11646"/>
                    <a:pt x="2607533" y="17812"/>
                    <a:pt x="2607533" y="24241"/>
                  </a:cubicBezTo>
                  <a:lnTo>
                    <a:pt x="2607533" y="624617"/>
                  </a:lnTo>
                  <a:cubicBezTo>
                    <a:pt x="2607533" y="631046"/>
                    <a:pt x="2604980" y="637212"/>
                    <a:pt x="2600433" y="641758"/>
                  </a:cubicBezTo>
                  <a:cubicBezTo>
                    <a:pt x="2595887" y="646304"/>
                    <a:pt x="2589721" y="648858"/>
                    <a:pt x="2583292" y="648858"/>
                  </a:cubicBezTo>
                  <a:lnTo>
                    <a:pt x="24241" y="648858"/>
                  </a:lnTo>
                  <a:cubicBezTo>
                    <a:pt x="17812" y="648858"/>
                    <a:pt x="11646" y="646304"/>
                    <a:pt x="7100" y="641758"/>
                  </a:cubicBezTo>
                  <a:cubicBezTo>
                    <a:pt x="2554" y="637212"/>
                    <a:pt x="0" y="631046"/>
                    <a:pt x="0" y="624617"/>
                  </a:cubicBezTo>
                  <a:lnTo>
                    <a:pt x="0" y="24241"/>
                  </a:lnTo>
                  <a:cubicBezTo>
                    <a:pt x="0" y="17812"/>
                    <a:pt x="2554" y="11646"/>
                    <a:pt x="7100" y="7100"/>
                  </a:cubicBezTo>
                  <a:cubicBezTo>
                    <a:pt x="11646" y="2554"/>
                    <a:pt x="17812" y="0"/>
                    <a:pt x="24241" y="0"/>
                  </a:cubicBezTo>
                  <a:close/>
                </a:path>
              </a:pathLst>
            </a:custGeom>
            <a:solidFill>
              <a:srgbClr val="3A50A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07533" cy="68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01" y="2269989"/>
            <a:ext cx="12283798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10"/>
              </a:lnSpc>
              <a:spcBef>
                <a:spcPct val="0"/>
              </a:spcBef>
            </a:pPr>
            <a:r>
              <a:rPr lang="en-US" b="true" sz="8925" spc="-258">
                <a:solidFill>
                  <a:srgbClr val="CA3D40"/>
                </a:solidFill>
                <a:latin typeface="DM Sans Bold"/>
                <a:ea typeface="DM Sans Bold"/>
                <a:cs typeface="DM Sans Bold"/>
                <a:sym typeface="DM Sans Bold"/>
              </a:rPr>
              <a:t>The</a:t>
            </a:r>
            <a:r>
              <a:rPr lang="en-US" b="true" sz="8925" spc="-258">
                <a:solidFill>
                  <a:srgbClr val="CA3D40"/>
                </a:solidFill>
                <a:latin typeface="DM Sans Bold"/>
                <a:ea typeface="DM Sans Bold"/>
                <a:cs typeface="DM Sans Bold"/>
                <a:sym typeface="DM Sans Bold"/>
              </a:rPr>
              <a:t> Spirit of Teamwork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80828" y="3480904"/>
            <a:ext cx="1521273" cy="1474251"/>
          </a:xfrm>
          <a:custGeom>
            <a:avLst/>
            <a:gdLst/>
            <a:ahLst/>
            <a:cxnLst/>
            <a:rect r="r" b="b" t="t" l="l"/>
            <a:pathLst>
              <a:path h="1474251" w="1521273">
                <a:moveTo>
                  <a:pt x="0" y="0"/>
                </a:moveTo>
                <a:lnTo>
                  <a:pt x="1521273" y="0"/>
                </a:lnTo>
                <a:lnTo>
                  <a:pt x="1521273" y="1474251"/>
                </a:lnTo>
                <a:lnTo>
                  <a:pt x="0" y="1474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29562" y="4955155"/>
            <a:ext cx="583125" cy="565101"/>
          </a:xfrm>
          <a:custGeom>
            <a:avLst/>
            <a:gdLst/>
            <a:ahLst/>
            <a:cxnLst/>
            <a:rect r="r" b="b" t="t" l="l"/>
            <a:pathLst>
              <a:path h="565101" w="583125">
                <a:moveTo>
                  <a:pt x="0" y="0"/>
                </a:moveTo>
                <a:lnTo>
                  <a:pt x="583125" y="0"/>
                </a:lnTo>
                <a:lnTo>
                  <a:pt x="583125" y="565102"/>
                </a:lnTo>
                <a:lnTo>
                  <a:pt x="0" y="565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85899" y="1355094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75478" y="7409298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0" y="0"/>
                </a:moveTo>
                <a:lnTo>
                  <a:pt x="3718283" y="0"/>
                </a:lnTo>
                <a:lnTo>
                  <a:pt x="37182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424527" y="7602228"/>
            <a:ext cx="3312145" cy="3312145"/>
          </a:xfrm>
          <a:custGeom>
            <a:avLst/>
            <a:gdLst/>
            <a:ahLst/>
            <a:cxnLst/>
            <a:rect r="r" b="b" t="t" l="l"/>
            <a:pathLst>
              <a:path h="3312145" w="3312145">
                <a:moveTo>
                  <a:pt x="0" y="0"/>
                </a:moveTo>
                <a:lnTo>
                  <a:pt x="3312145" y="0"/>
                </a:lnTo>
                <a:lnTo>
                  <a:pt x="3312145" y="3312144"/>
                </a:lnTo>
                <a:lnTo>
                  <a:pt x="0" y="33121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952412" y="7200900"/>
            <a:ext cx="3015026" cy="4114800"/>
          </a:xfrm>
          <a:custGeom>
            <a:avLst/>
            <a:gdLst/>
            <a:ahLst/>
            <a:cxnLst/>
            <a:rect r="r" b="b" t="t" l="l"/>
            <a:pathLst>
              <a:path h="4114800" w="3015026">
                <a:moveTo>
                  <a:pt x="0" y="0"/>
                </a:moveTo>
                <a:lnTo>
                  <a:pt x="3015026" y="0"/>
                </a:lnTo>
                <a:lnTo>
                  <a:pt x="30150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656668">
            <a:off x="14397035" y="6684183"/>
            <a:ext cx="3282342" cy="4839915"/>
          </a:xfrm>
          <a:custGeom>
            <a:avLst/>
            <a:gdLst/>
            <a:ahLst/>
            <a:cxnLst/>
            <a:rect r="r" b="b" t="t" l="l"/>
            <a:pathLst>
              <a:path h="4839915" w="3282342">
                <a:moveTo>
                  <a:pt x="0" y="0"/>
                </a:moveTo>
                <a:lnTo>
                  <a:pt x="3282342" y="0"/>
                </a:lnTo>
                <a:lnTo>
                  <a:pt x="3282342" y="4839915"/>
                </a:lnTo>
                <a:lnTo>
                  <a:pt x="0" y="48399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869632" y="7406792"/>
            <a:ext cx="3554895" cy="3703015"/>
          </a:xfrm>
          <a:custGeom>
            <a:avLst/>
            <a:gdLst/>
            <a:ahLst/>
            <a:cxnLst/>
            <a:rect r="r" b="b" t="t" l="l"/>
            <a:pathLst>
              <a:path h="3703015" w="3554895">
                <a:moveTo>
                  <a:pt x="0" y="0"/>
                </a:moveTo>
                <a:lnTo>
                  <a:pt x="3554895" y="0"/>
                </a:lnTo>
                <a:lnTo>
                  <a:pt x="3554895" y="3703016"/>
                </a:lnTo>
                <a:lnTo>
                  <a:pt x="0" y="370301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27088" y="4834497"/>
            <a:ext cx="8633824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5"/>
              </a:lnSpc>
              <a:spcBef>
                <a:spcPct val="0"/>
              </a:spcBef>
            </a:pPr>
            <a:r>
              <a:rPr lang="en-US" sz="302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302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eam sports embody cooperation and shared purpose, where success is built through trust and coordination.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85498" y="6991236"/>
            <a:ext cx="9900479" cy="2463633"/>
            <a:chOff x="0" y="0"/>
            <a:chExt cx="2607533" cy="648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7533" cy="648858"/>
            </a:xfrm>
            <a:custGeom>
              <a:avLst/>
              <a:gdLst/>
              <a:ahLst/>
              <a:cxnLst/>
              <a:rect r="r" b="b" t="t" l="l"/>
              <a:pathLst>
                <a:path h="648858" w="2607533">
                  <a:moveTo>
                    <a:pt x="24241" y="0"/>
                  </a:moveTo>
                  <a:lnTo>
                    <a:pt x="2583292" y="0"/>
                  </a:lnTo>
                  <a:cubicBezTo>
                    <a:pt x="2589721" y="0"/>
                    <a:pt x="2595887" y="2554"/>
                    <a:pt x="2600433" y="7100"/>
                  </a:cubicBezTo>
                  <a:cubicBezTo>
                    <a:pt x="2604980" y="11646"/>
                    <a:pt x="2607533" y="17812"/>
                    <a:pt x="2607533" y="24241"/>
                  </a:cubicBezTo>
                  <a:lnTo>
                    <a:pt x="2607533" y="624617"/>
                  </a:lnTo>
                  <a:cubicBezTo>
                    <a:pt x="2607533" y="631046"/>
                    <a:pt x="2604980" y="637212"/>
                    <a:pt x="2600433" y="641758"/>
                  </a:cubicBezTo>
                  <a:cubicBezTo>
                    <a:pt x="2595887" y="646304"/>
                    <a:pt x="2589721" y="648858"/>
                    <a:pt x="2583292" y="648858"/>
                  </a:cubicBezTo>
                  <a:lnTo>
                    <a:pt x="24241" y="648858"/>
                  </a:lnTo>
                  <a:cubicBezTo>
                    <a:pt x="17812" y="648858"/>
                    <a:pt x="11646" y="646304"/>
                    <a:pt x="7100" y="641758"/>
                  </a:cubicBezTo>
                  <a:cubicBezTo>
                    <a:pt x="2554" y="637212"/>
                    <a:pt x="0" y="631046"/>
                    <a:pt x="0" y="624617"/>
                  </a:cubicBezTo>
                  <a:lnTo>
                    <a:pt x="0" y="24241"/>
                  </a:lnTo>
                  <a:cubicBezTo>
                    <a:pt x="0" y="17812"/>
                    <a:pt x="2554" y="11646"/>
                    <a:pt x="7100" y="7100"/>
                  </a:cubicBezTo>
                  <a:cubicBezTo>
                    <a:pt x="11646" y="2554"/>
                    <a:pt x="17812" y="0"/>
                    <a:pt x="24241" y="0"/>
                  </a:cubicBezTo>
                  <a:close/>
                </a:path>
              </a:pathLst>
            </a:custGeom>
            <a:solidFill>
              <a:srgbClr val="CA3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07533" cy="68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136372" y="-1138355"/>
            <a:ext cx="14179977" cy="13097142"/>
          </a:xfrm>
          <a:custGeom>
            <a:avLst/>
            <a:gdLst/>
            <a:ahLst/>
            <a:cxnLst/>
            <a:rect r="r" b="b" t="t" l="l"/>
            <a:pathLst>
              <a:path h="13097142" w="14179977">
                <a:moveTo>
                  <a:pt x="0" y="0"/>
                </a:moveTo>
                <a:lnTo>
                  <a:pt x="14179977" y="0"/>
                </a:lnTo>
                <a:lnTo>
                  <a:pt x="14179977" y="13097142"/>
                </a:lnTo>
                <a:lnTo>
                  <a:pt x="0" y="130971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967770" y="1964415"/>
            <a:ext cx="1521273" cy="1474251"/>
          </a:xfrm>
          <a:custGeom>
            <a:avLst/>
            <a:gdLst/>
            <a:ahLst/>
            <a:cxnLst/>
            <a:rect r="r" b="b" t="t" l="l"/>
            <a:pathLst>
              <a:path h="1474251" w="1521273">
                <a:moveTo>
                  <a:pt x="0" y="0"/>
                </a:moveTo>
                <a:lnTo>
                  <a:pt x="1521272" y="0"/>
                </a:lnTo>
                <a:lnTo>
                  <a:pt x="1521272" y="1474251"/>
                </a:lnTo>
                <a:lnTo>
                  <a:pt x="0" y="147425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922308" y="8223052"/>
            <a:ext cx="583125" cy="565101"/>
          </a:xfrm>
          <a:custGeom>
            <a:avLst/>
            <a:gdLst/>
            <a:ahLst/>
            <a:cxnLst/>
            <a:rect r="r" b="b" t="t" l="l"/>
            <a:pathLst>
              <a:path h="565101" w="583125">
                <a:moveTo>
                  <a:pt x="0" y="0"/>
                </a:moveTo>
                <a:lnTo>
                  <a:pt x="583126" y="0"/>
                </a:lnTo>
                <a:lnTo>
                  <a:pt x="583126" y="565102"/>
                </a:lnTo>
                <a:lnTo>
                  <a:pt x="0" y="5651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57036" y="1568043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5" y="0"/>
                </a:lnTo>
                <a:lnTo>
                  <a:pt x="1504615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244883" y="1964415"/>
            <a:ext cx="5835708" cy="5835708"/>
          </a:xfrm>
          <a:custGeom>
            <a:avLst/>
            <a:gdLst/>
            <a:ahLst/>
            <a:cxnLst/>
            <a:rect r="r" b="b" t="t" l="l"/>
            <a:pathLst>
              <a:path h="5835708" w="5835708">
                <a:moveTo>
                  <a:pt x="0" y="0"/>
                </a:moveTo>
                <a:lnTo>
                  <a:pt x="5835708" y="0"/>
                </a:lnTo>
                <a:lnTo>
                  <a:pt x="5835708" y="5835708"/>
                </a:lnTo>
                <a:lnTo>
                  <a:pt x="0" y="58357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85498" y="3777015"/>
            <a:ext cx="7942908" cy="2723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10"/>
              </a:lnSpc>
              <a:spcBef>
                <a:spcPct val="0"/>
              </a:spcBef>
            </a:pPr>
            <a:r>
              <a:rPr lang="en-US" b="true" sz="8925" spc="-258">
                <a:solidFill>
                  <a:srgbClr val="3A50AA"/>
                </a:solidFill>
                <a:latin typeface="DM Sans Bold"/>
                <a:ea typeface="DM Sans Bold"/>
                <a:cs typeface="DM Sans Bold"/>
                <a:sym typeface="DM Sans Bold"/>
              </a:rPr>
              <a:t>Stre</a:t>
            </a:r>
            <a:r>
              <a:rPr lang="en-US" b="true" sz="8925" spc="-258">
                <a:solidFill>
                  <a:srgbClr val="3A50AA"/>
                </a:solidFill>
                <a:latin typeface="DM Sans Bold"/>
                <a:ea typeface="DM Sans Bold"/>
                <a:cs typeface="DM Sans Bold"/>
                <a:sym typeface="DM Sans Bold"/>
              </a:rPr>
              <a:t>ngth and Strategy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11059" y="7531352"/>
            <a:ext cx="8633824" cy="13834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5"/>
              </a:lnSpc>
              <a:spcBef>
                <a:spcPct val="0"/>
              </a:spcBef>
            </a:pPr>
            <a:r>
              <a:rPr lang="en-US" sz="302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Spor</a:t>
            </a:r>
            <a:r>
              <a:rPr lang="en-US" sz="302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ts merge power and intellect, where every move matters and every victory is earned through dedication.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93761" y="4288440"/>
            <a:ext cx="9900479" cy="2463633"/>
            <a:chOff x="0" y="0"/>
            <a:chExt cx="2607533" cy="648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7533" cy="648858"/>
            </a:xfrm>
            <a:custGeom>
              <a:avLst/>
              <a:gdLst/>
              <a:ahLst/>
              <a:cxnLst/>
              <a:rect r="r" b="b" t="t" l="l"/>
              <a:pathLst>
                <a:path h="648858" w="2607533">
                  <a:moveTo>
                    <a:pt x="24241" y="0"/>
                  </a:moveTo>
                  <a:lnTo>
                    <a:pt x="2583292" y="0"/>
                  </a:lnTo>
                  <a:cubicBezTo>
                    <a:pt x="2589721" y="0"/>
                    <a:pt x="2595887" y="2554"/>
                    <a:pt x="2600433" y="7100"/>
                  </a:cubicBezTo>
                  <a:cubicBezTo>
                    <a:pt x="2604980" y="11646"/>
                    <a:pt x="2607533" y="17812"/>
                    <a:pt x="2607533" y="24241"/>
                  </a:cubicBezTo>
                  <a:lnTo>
                    <a:pt x="2607533" y="624617"/>
                  </a:lnTo>
                  <a:cubicBezTo>
                    <a:pt x="2607533" y="631046"/>
                    <a:pt x="2604980" y="637212"/>
                    <a:pt x="2600433" y="641758"/>
                  </a:cubicBezTo>
                  <a:cubicBezTo>
                    <a:pt x="2595887" y="646304"/>
                    <a:pt x="2589721" y="648858"/>
                    <a:pt x="2583292" y="648858"/>
                  </a:cubicBezTo>
                  <a:lnTo>
                    <a:pt x="24241" y="648858"/>
                  </a:lnTo>
                  <a:cubicBezTo>
                    <a:pt x="17812" y="648858"/>
                    <a:pt x="11646" y="646304"/>
                    <a:pt x="7100" y="641758"/>
                  </a:cubicBezTo>
                  <a:cubicBezTo>
                    <a:pt x="2554" y="637212"/>
                    <a:pt x="0" y="631046"/>
                    <a:pt x="0" y="624617"/>
                  </a:cubicBezTo>
                  <a:lnTo>
                    <a:pt x="0" y="24241"/>
                  </a:lnTo>
                  <a:cubicBezTo>
                    <a:pt x="0" y="17812"/>
                    <a:pt x="2554" y="11646"/>
                    <a:pt x="7100" y="7100"/>
                  </a:cubicBezTo>
                  <a:cubicBezTo>
                    <a:pt x="11646" y="2554"/>
                    <a:pt x="17812" y="0"/>
                    <a:pt x="24241" y="0"/>
                  </a:cubicBezTo>
                  <a:close/>
                </a:path>
              </a:pathLst>
            </a:custGeom>
            <a:solidFill>
              <a:srgbClr val="3A50A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07533" cy="68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01" y="2269989"/>
            <a:ext cx="12283798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10"/>
              </a:lnSpc>
              <a:spcBef>
                <a:spcPct val="0"/>
              </a:spcBef>
            </a:pPr>
            <a:r>
              <a:rPr lang="en-US" b="true" sz="8925" spc="-258">
                <a:solidFill>
                  <a:srgbClr val="CA3D40"/>
                </a:solidFill>
                <a:latin typeface="DM Sans Bold"/>
                <a:ea typeface="DM Sans Bold"/>
                <a:cs typeface="DM Sans Bold"/>
                <a:sym typeface="DM Sans Bold"/>
              </a:rPr>
              <a:t>Sport </a:t>
            </a:r>
            <a:r>
              <a:rPr lang="en-US" b="true" sz="8925" spc="-258">
                <a:solidFill>
                  <a:srgbClr val="CA3D40"/>
                </a:solidFill>
                <a:latin typeface="DM Sans Bold"/>
                <a:ea typeface="DM Sans Bold"/>
                <a:cs typeface="DM Sans Bold"/>
                <a:sym typeface="DM Sans Bold"/>
              </a:rPr>
              <a:t>as</a:t>
            </a:r>
            <a:r>
              <a:rPr lang="en-US" b="true" sz="8925" spc="-258">
                <a:solidFill>
                  <a:srgbClr val="CA3D40"/>
                </a:solidFill>
                <a:latin typeface="DM Sans Bold"/>
                <a:ea typeface="DM Sans Bold"/>
                <a:cs typeface="DM Sans Bold"/>
                <a:sym typeface="DM Sans Bold"/>
              </a:rPr>
              <a:t> Lifestyle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80828" y="3480904"/>
            <a:ext cx="1521273" cy="1474251"/>
          </a:xfrm>
          <a:custGeom>
            <a:avLst/>
            <a:gdLst/>
            <a:ahLst/>
            <a:cxnLst/>
            <a:rect r="r" b="b" t="t" l="l"/>
            <a:pathLst>
              <a:path h="1474251" w="1521273">
                <a:moveTo>
                  <a:pt x="0" y="0"/>
                </a:moveTo>
                <a:lnTo>
                  <a:pt x="1521273" y="0"/>
                </a:lnTo>
                <a:lnTo>
                  <a:pt x="1521273" y="1474251"/>
                </a:lnTo>
                <a:lnTo>
                  <a:pt x="0" y="1474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29562" y="4955155"/>
            <a:ext cx="583125" cy="565101"/>
          </a:xfrm>
          <a:custGeom>
            <a:avLst/>
            <a:gdLst/>
            <a:ahLst/>
            <a:cxnLst/>
            <a:rect r="r" b="b" t="t" l="l"/>
            <a:pathLst>
              <a:path h="565101" w="583125">
                <a:moveTo>
                  <a:pt x="0" y="0"/>
                </a:moveTo>
                <a:lnTo>
                  <a:pt x="583125" y="0"/>
                </a:lnTo>
                <a:lnTo>
                  <a:pt x="583125" y="565102"/>
                </a:lnTo>
                <a:lnTo>
                  <a:pt x="0" y="565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85899" y="1355094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49369" y="7409298"/>
            <a:ext cx="2456548" cy="4580005"/>
          </a:xfrm>
          <a:custGeom>
            <a:avLst/>
            <a:gdLst/>
            <a:ahLst/>
            <a:cxnLst/>
            <a:rect r="r" b="b" t="t" l="l"/>
            <a:pathLst>
              <a:path h="4580005" w="2456548">
                <a:moveTo>
                  <a:pt x="0" y="0"/>
                </a:moveTo>
                <a:lnTo>
                  <a:pt x="2456548" y="0"/>
                </a:lnTo>
                <a:lnTo>
                  <a:pt x="2456548" y="4580005"/>
                </a:lnTo>
                <a:lnTo>
                  <a:pt x="0" y="45800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28951" y="6206097"/>
            <a:ext cx="5519588" cy="5419232"/>
          </a:xfrm>
          <a:custGeom>
            <a:avLst/>
            <a:gdLst/>
            <a:ahLst/>
            <a:cxnLst/>
            <a:rect r="r" b="b" t="t" l="l"/>
            <a:pathLst>
              <a:path h="5419232" w="5519588">
                <a:moveTo>
                  <a:pt x="0" y="0"/>
                </a:moveTo>
                <a:lnTo>
                  <a:pt x="5519589" y="0"/>
                </a:lnTo>
                <a:lnTo>
                  <a:pt x="5519589" y="5419232"/>
                </a:lnTo>
                <a:lnTo>
                  <a:pt x="0" y="54192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588745">
            <a:off x="13021606" y="6752073"/>
            <a:ext cx="5215912" cy="5045210"/>
          </a:xfrm>
          <a:custGeom>
            <a:avLst/>
            <a:gdLst/>
            <a:ahLst/>
            <a:cxnLst/>
            <a:rect r="r" b="b" t="t" l="l"/>
            <a:pathLst>
              <a:path h="5045210" w="5215912">
                <a:moveTo>
                  <a:pt x="0" y="0"/>
                </a:moveTo>
                <a:lnTo>
                  <a:pt x="5215912" y="0"/>
                </a:lnTo>
                <a:lnTo>
                  <a:pt x="5215912" y="5045210"/>
                </a:lnTo>
                <a:lnTo>
                  <a:pt x="0" y="504521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572376" y="764210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27088" y="4834497"/>
            <a:ext cx="8633824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5"/>
              </a:lnSpc>
              <a:spcBef>
                <a:spcPct val="0"/>
              </a:spcBef>
            </a:pPr>
            <a:r>
              <a:rPr lang="en-US" sz="302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302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 active life fosters health, joy, and purpose. Sports remind us to move, challenge limits, and live vibrantly.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03595" y="5074692"/>
            <a:ext cx="6116533" cy="4036182"/>
            <a:chOff x="0" y="0"/>
            <a:chExt cx="1610939" cy="106302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10939" cy="1063027"/>
            </a:xfrm>
            <a:custGeom>
              <a:avLst/>
              <a:gdLst/>
              <a:ahLst/>
              <a:cxnLst/>
              <a:rect r="r" b="b" t="t" l="l"/>
              <a:pathLst>
                <a:path h="1063027" w="1610939">
                  <a:moveTo>
                    <a:pt x="39238" y="0"/>
                  </a:moveTo>
                  <a:lnTo>
                    <a:pt x="1571701" y="0"/>
                  </a:lnTo>
                  <a:cubicBezTo>
                    <a:pt x="1582107" y="0"/>
                    <a:pt x="1592088" y="4134"/>
                    <a:pt x="1599446" y="11492"/>
                  </a:cubicBezTo>
                  <a:cubicBezTo>
                    <a:pt x="1606805" y="18851"/>
                    <a:pt x="1610939" y="28831"/>
                    <a:pt x="1610939" y="39238"/>
                  </a:cubicBezTo>
                  <a:lnTo>
                    <a:pt x="1610939" y="1023789"/>
                  </a:lnTo>
                  <a:cubicBezTo>
                    <a:pt x="1610939" y="1045460"/>
                    <a:pt x="1593371" y="1063027"/>
                    <a:pt x="1571701" y="1063027"/>
                  </a:cubicBezTo>
                  <a:lnTo>
                    <a:pt x="39238" y="1063027"/>
                  </a:lnTo>
                  <a:cubicBezTo>
                    <a:pt x="17567" y="1063027"/>
                    <a:pt x="0" y="1045460"/>
                    <a:pt x="0" y="1023789"/>
                  </a:cubicBezTo>
                  <a:lnTo>
                    <a:pt x="0" y="39238"/>
                  </a:lnTo>
                  <a:cubicBezTo>
                    <a:pt x="0" y="17567"/>
                    <a:pt x="17567" y="0"/>
                    <a:pt x="39238" y="0"/>
                  </a:cubicBezTo>
                  <a:close/>
                </a:path>
              </a:pathLst>
            </a:custGeom>
            <a:solidFill>
              <a:srgbClr val="CA3D4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10939" cy="11011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942828" y="2709729"/>
            <a:ext cx="14179977" cy="13097142"/>
          </a:xfrm>
          <a:custGeom>
            <a:avLst/>
            <a:gdLst/>
            <a:ahLst/>
            <a:cxnLst/>
            <a:rect r="r" b="b" t="t" l="l"/>
            <a:pathLst>
              <a:path h="13097142" w="14179977">
                <a:moveTo>
                  <a:pt x="0" y="0"/>
                </a:moveTo>
                <a:lnTo>
                  <a:pt x="14179977" y="0"/>
                </a:lnTo>
                <a:lnTo>
                  <a:pt x="14179977" y="13097142"/>
                </a:lnTo>
                <a:lnTo>
                  <a:pt x="0" y="130971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78217" y="6781549"/>
            <a:ext cx="1521273" cy="1474251"/>
          </a:xfrm>
          <a:custGeom>
            <a:avLst/>
            <a:gdLst/>
            <a:ahLst/>
            <a:cxnLst/>
            <a:rect r="r" b="b" t="t" l="l"/>
            <a:pathLst>
              <a:path h="1474251" w="1521273">
                <a:moveTo>
                  <a:pt x="0" y="0"/>
                </a:moveTo>
                <a:lnTo>
                  <a:pt x="1521272" y="0"/>
                </a:lnTo>
                <a:lnTo>
                  <a:pt x="1521272" y="1474252"/>
                </a:lnTo>
                <a:lnTo>
                  <a:pt x="0" y="14742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66467" y="1457816"/>
            <a:ext cx="583125" cy="565101"/>
          </a:xfrm>
          <a:custGeom>
            <a:avLst/>
            <a:gdLst/>
            <a:ahLst/>
            <a:cxnLst/>
            <a:rect r="r" b="b" t="t" l="l"/>
            <a:pathLst>
              <a:path h="565101" w="583125">
                <a:moveTo>
                  <a:pt x="0" y="0"/>
                </a:moveTo>
                <a:lnTo>
                  <a:pt x="583125" y="0"/>
                </a:lnTo>
                <a:lnTo>
                  <a:pt x="583125" y="565101"/>
                </a:lnTo>
                <a:lnTo>
                  <a:pt x="0" y="5651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12102" y="904227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6"/>
                </a:lnTo>
                <a:lnTo>
                  <a:pt x="0" y="2489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27236">
            <a:off x="13246828" y="4172761"/>
            <a:ext cx="4903284" cy="6691827"/>
          </a:xfrm>
          <a:custGeom>
            <a:avLst/>
            <a:gdLst/>
            <a:ahLst/>
            <a:cxnLst/>
            <a:rect r="r" b="b" t="t" l="l"/>
            <a:pathLst>
              <a:path h="6691827" w="4903284">
                <a:moveTo>
                  <a:pt x="0" y="0"/>
                </a:moveTo>
                <a:lnTo>
                  <a:pt x="4903284" y="0"/>
                </a:lnTo>
                <a:lnTo>
                  <a:pt x="4903284" y="6691827"/>
                </a:lnTo>
                <a:lnTo>
                  <a:pt x="0" y="66918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39747">
            <a:off x="8733133" y="2324865"/>
            <a:ext cx="4726021" cy="2878576"/>
          </a:xfrm>
          <a:custGeom>
            <a:avLst/>
            <a:gdLst/>
            <a:ahLst/>
            <a:cxnLst/>
            <a:rect r="r" b="b" t="t" l="l"/>
            <a:pathLst>
              <a:path h="2878576" w="4726021">
                <a:moveTo>
                  <a:pt x="0" y="0"/>
                </a:moveTo>
                <a:lnTo>
                  <a:pt x="4726021" y="0"/>
                </a:lnTo>
                <a:lnTo>
                  <a:pt x="4726021" y="2878576"/>
                </a:lnTo>
                <a:lnTo>
                  <a:pt x="0" y="28785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03595" y="1909613"/>
            <a:ext cx="7942908" cy="2723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10"/>
              </a:lnSpc>
              <a:spcBef>
                <a:spcPct val="0"/>
              </a:spcBef>
            </a:pPr>
            <a:r>
              <a:rPr lang="en-US" b="true" sz="8925" spc="-258">
                <a:solidFill>
                  <a:srgbClr val="3A50AA"/>
                </a:solidFill>
                <a:latin typeface="DM Sans Bold"/>
                <a:ea typeface="DM Sans Bold"/>
                <a:cs typeface="DM Sans Bold"/>
                <a:sym typeface="DM Sans Bold"/>
              </a:rPr>
              <a:t>Play</a:t>
            </a:r>
            <a:r>
              <a:rPr lang="en-US" b="true" sz="8925" spc="-258">
                <a:solidFill>
                  <a:srgbClr val="3A50AA"/>
                </a:solidFill>
                <a:latin typeface="DM Sans Bold"/>
                <a:ea typeface="DM Sans Bold"/>
                <a:cs typeface="DM Sans Bold"/>
                <a:sym typeface="DM Sans Bold"/>
              </a:rPr>
              <a:t> Beyond Boundaries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29156" y="5939948"/>
            <a:ext cx="4948162" cy="2305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5"/>
              </a:lnSpc>
              <a:spcBef>
                <a:spcPct val="0"/>
              </a:spcBef>
            </a:pPr>
            <a:r>
              <a:rPr lang="en-US" sz="302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Sp</a:t>
            </a:r>
            <a:r>
              <a:rPr lang="en-US" sz="302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orts unite the world beyond culture or language—a universal expression of passion, energy, and determination.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93761" y="4288440"/>
            <a:ext cx="9900479" cy="2463633"/>
            <a:chOff x="0" y="0"/>
            <a:chExt cx="2607533" cy="6488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607533" cy="648858"/>
            </a:xfrm>
            <a:custGeom>
              <a:avLst/>
              <a:gdLst/>
              <a:ahLst/>
              <a:cxnLst/>
              <a:rect r="r" b="b" t="t" l="l"/>
              <a:pathLst>
                <a:path h="648858" w="2607533">
                  <a:moveTo>
                    <a:pt x="24241" y="0"/>
                  </a:moveTo>
                  <a:lnTo>
                    <a:pt x="2583292" y="0"/>
                  </a:lnTo>
                  <a:cubicBezTo>
                    <a:pt x="2589721" y="0"/>
                    <a:pt x="2595887" y="2554"/>
                    <a:pt x="2600433" y="7100"/>
                  </a:cubicBezTo>
                  <a:cubicBezTo>
                    <a:pt x="2604980" y="11646"/>
                    <a:pt x="2607533" y="17812"/>
                    <a:pt x="2607533" y="24241"/>
                  </a:cubicBezTo>
                  <a:lnTo>
                    <a:pt x="2607533" y="624617"/>
                  </a:lnTo>
                  <a:cubicBezTo>
                    <a:pt x="2607533" y="631046"/>
                    <a:pt x="2604980" y="637212"/>
                    <a:pt x="2600433" y="641758"/>
                  </a:cubicBezTo>
                  <a:cubicBezTo>
                    <a:pt x="2595887" y="646304"/>
                    <a:pt x="2589721" y="648858"/>
                    <a:pt x="2583292" y="648858"/>
                  </a:cubicBezTo>
                  <a:lnTo>
                    <a:pt x="24241" y="648858"/>
                  </a:lnTo>
                  <a:cubicBezTo>
                    <a:pt x="17812" y="648858"/>
                    <a:pt x="11646" y="646304"/>
                    <a:pt x="7100" y="641758"/>
                  </a:cubicBezTo>
                  <a:cubicBezTo>
                    <a:pt x="2554" y="637212"/>
                    <a:pt x="0" y="631046"/>
                    <a:pt x="0" y="624617"/>
                  </a:cubicBezTo>
                  <a:lnTo>
                    <a:pt x="0" y="24241"/>
                  </a:lnTo>
                  <a:cubicBezTo>
                    <a:pt x="0" y="17812"/>
                    <a:pt x="2554" y="11646"/>
                    <a:pt x="7100" y="7100"/>
                  </a:cubicBezTo>
                  <a:cubicBezTo>
                    <a:pt x="11646" y="2554"/>
                    <a:pt x="17812" y="0"/>
                    <a:pt x="24241" y="0"/>
                  </a:cubicBezTo>
                  <a:close/>
                </a:path>
              </a:pathLst>
            </a:custGeom>
            <a:solidFill>
              <a:srgbClr val="3A50A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607533" cy="68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002101" y="2269989"/>
            <a:ext cx="12283798" cy="136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710"/>
              </a:lnSpc>
              <a:spcBef>
                <a:spcPct val="0"/>
              </a:spcBef>
            </a:pPr>
            <a:r>
              <a:rPr lang="en-US" b="true" sz="8925" spc="-258">
                <a:solidFill>
                  <a:srgbClr val="CA3D40"/>
                </a:solidFill>
                <a:latin typeface="DM Sans Bold"/>
                <a:ea typeface="DM Sans Bold"/>
                <a:cs typeface="DM Sans Bold"/>
                <a:sym typeface="DM Sans Bold"/>
              </a:rPr>
              <a:t>The</a:t>
            </a:r>
            <a:r>
              <a:rPr lang="en-US" b="true" sz="8925" spc="-258">
                <a:solidFill>
                  <a:srgbClr val="CA3D40"/>
                </a:solidFill>
                <a:latin typeface="DM Sans Bold"/>
                <a:ea typeface="DM Sans Bold"/>
                <a:cs typeface="DM Sans Bold"/>
                <a:sym typeface="DM Sans Bold"/>
              </a:rPr>
              <a:t> Spirit of Teamwork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480828" y="3480904"/>
            <a:ext cx="1521273" cy="1474251"/>
          </a:xfrm>
          <a:custGeom>
            <a:avLst/>
            <a:gdLst/>
            <a:ahLst/>
            <a:cxnLst/>
            <a:rect r="r" b="b" t="t" l="l"/>
            <a:pathLst>
              <a:path h="1474251" w="1521273">
                <a:moveTo>
                  <a:pt x="0" y="0"/>
                </a:moveTo>
                <a:lnTo>
                  <a:pt x="1521273" y="0"/>
                </a:lnTo>
                <a:lnTo>
                  <a:pt x="1521273" y="1474251"/>
                </a:lnTo>
                <a:lnTo>
                  <a:pt x="0" y="14742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629562" y="4955155"/>
            <a:ext cx="583125" cy="565101"/>
          </a:xfrm>
          <a:custGeom>
            <a:avLst/>
            <a:gdLst/>
            <a:ahLst/>
            <a:cxnLst/>
            <a:rect r="r" b="b" t="t" l="l"/>
            <a:pathLst>
              <a:path h="565101" w="583125">
                <a:moveTo>
                  <a:pt x="0" y="0"/>
                </a:moveTo>
                <a:lnTo>
                  <a:pt x="583125" y="0"/>
                </a:lnTo>
                <a:lnTo>
                  <a:pt x="583125" y="565102"/>
                </a:lnTo>
                <a:lnTo>
                  <a:pt x="0" y="5651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285899" y="1355094"/>
            <a:ext cx="1504614" cy="248945"/>
          </a:xfrm>
          <a:custGeom>
            <a:avLst/>
            <a:gdLst/>
            <a:ahLst/>
            <a:cxnLst/>
            <a:rect r="r" b="b" t="t" l="l"/>
            <a:pathLst>
              <a:path h="248945" w="1504614">
                <a:moveTo>
                  <a:pt x="0" y="0"/>
                </a:moveTo>
                <a:lnTo>
                  <a:pt x="1504614" y="0"/>
                </a:lnTo>
                <a:lnTo>
                  <a:pt x="1504614" y="248945"/>
                </a:lnTo>
                <a:lnTo>
                  <a:pt x="0" y="2489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75478" y="7409298"/>
            <a:ext cx="3718283" cy="4114800"/>
          </a:xfrm>
          <a:custGeom>
            <a:avLst/>
            <a:gdLst/>
            <a:ahLst/>
            <a:cxnLst/>
            <a:rect r="r" b="b" t="t" l="l"/>
            <a:pathLst>
              <a:path h="4114800" w="3718283">
                <a:moveTo>
                  <a:pt x="0" y="0"/>
                </a:moveTo>
                <a:lnTo>
                  <a:pt x="3718283" y="0"/>
                </a:lnTo>
                <a:lnTo>
                  <a:pt x="371828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424527" y="7602228"/>
            <a:ext cx="3312145" cy="3312145"/>
          </a:xfrm>
          <a:custGeom>
            <a:avLst/>
            <a:gdLst/>
            <a:ahLst/>
            <a:cxnLst/>
            <a:rect r="r" b="b" t="t" l="l"/>
            <a:pathLst>
              <a:path h="3312145" w="3312145">
                <a:moveTo>
                  <a:pt x="0" y="0"/>
                </a:moveTo>
                <a:lnTo>
                  <a:pt x="3312145" y="0"/>
                </a:lnTo>
                <a:lnTo>
                  <a:pt x="3312145" y="3312144"/>
                </a:lnTo>
                <a:lnTo>
                  <a:pt x="0" y="331214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0952412" y="7200900"/>
            <a:ext cx="3015026" cy="4114800"/>
          </a:xfrm>
          <a:custGeom>
            <a:avLst/>
            <a:gdLst/>
            <a:ahLst/>
            <a:cxnLst/>
            <a:rect r="r" b="b" t="t" l="l"/>
            <a:pathLst>
              <a:path h="4114800" w="3015026">
                <a:moveTo>
                  <a:pt x="0" y="0"/>
                </a:moveTo>
                <a:lnTo>
                  <a:pt x="3015026" y="0"/>
                </a:lnTo>
                <a:lnTo>
                  <a:pt x="301502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656668">
            <a:off x="14397035" y="6684183"/>
            <a:ext cx="3282342" cy="4839915"/>
          </a:xfrm>
          <a:custGeom>
            <a:avLst/>
            <a:gdLst/>
            <a:ahLst/>
            <a:cxnLst/>
            <a:rect r="r" b="b" t="t" l="l"/>
            <a:pathLst>
              <a:path h="4839915" w="3282342">
                <a:moveTo>
                  <a:pt x="0" y="0"/>
                </a:moveTo>
                <a:lnTo>
                  <a:pt x="3282342" y="0"/>
                </a:lnTo>
                <a:lnTo>
                  <a:pt x="3282342" y="4839915"/>
                </a:lnTo>
                <a:lnTo>
                  <a:pt x="0" y="483991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869632" y="7406792"/>
            <a:ext cx="3554895" cy="3703015"/>
          </a:xfrm>
          <a:custGeom>
            <a:avLst/>
            <a:gdLst/>
            <a:ahLst/>
            <a:cxnLst/>
            <a:rect r="r" b="b" t="t" l="l"/>
            <a:pathLst>
              <a:path h="3703015" w="3554895">
                <a:moveTo>
                  <a:pt x="0" y="0"/>
                </a:moveTo>
                <a:lnTo>
                  <a:pt x="3554895" y="0"/>
                </a:lnTo>
                <a:lnTo>
                  <a:pt x="3554895" y="3703016"/>
                </a:lnTo>
                <a:lnTo>
                  <a:pt x="0" y="370301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27088" y="4834497"/>
            <a:ext cx="8633824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5"/>
              </a:lnSpc>
              <a:spcBef>
                <a:spcPct val="0"/>
              </a:spcBef>
            </a:pPr>
            <a:r>
              <a:rPr lang="en-US" sz="302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302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eam sports embody cooperation and shared purpose, where success is built through trust and coordination.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DAHQmtTnnK4</dc:identifier>
  <dcterms:modified xsi:type="dcterms:W3CDTF">2011-08-01T06:04:30Z</dcterms:modified>
  <cp:revision>1</cp:revision>
</cp:coreProperties>
</file>