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6" r:id="rId2"/>
    <p:sldMasterId id="2147483654" r:id="rId3"/>
    <p:sldMasterId id="2147483838" r:id="rId4"/>
  </p:sldMasterIdLst>
  <p:notesMasterIdLst>
    <p:notesMasterId r:id="rId14"/>
  </p:notesMasterIdLst>
  <p:handoutMasterIdLst>
    <p:handoutMasterId r:id="rId15"/>
  </p:handoutMasterIdLst>
  <p:sldIdLst>
    <p:sldId id="1152" r:id="rId5"/>
    <p:sldId id="1114" r:id="rId6"/>
    <p:sldId id="1127" r:id="rId7"/>
    <p:sldId id="1147" r:id="rId8"/>
    <p:sldId id="1148" r:id="rId9"/>
    <p:sldId id="1149" r:id="rId10"/>
    <p:sldId id="1150" r:id="rId11"/>
    <p:sldId id="1151" r:id="rId12"/>
    <p:sldId id="112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1EDF2"/>
    <a:srgbClr val="009900"/>
    <a:srgbClr val="32B5D3"/>
    <a:srgbClr val="A0C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55" autoAdjust="0"/>
    <p:restoredTop sz="95461" autoAdjust="0"/>
  </p:normalViewPr>
  <p:slideViewPr>
    <p:cSldViewPr snapToGrid="0" showGuides="1">
      <p:cViewPr varScale="1">
        <p:scale>
          <a:sx n="74" d="100"/>
          <a:sy n="74" d="100"/>
        </p:scale>
        <p:origin x="546" y="72"/>
      </p:cViewPr>
      <p:guideLst>
        <p:guide orient="horz" pos="2409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66B1A679-998D-4AF7-81DA-37EFC186D1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E181D35-00E6-4336-9842-DCA58DEBF9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FCC57-32F4-4C75-82C6-C4434E09ABED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549A602-A569-4F70-B61A-37B22BDB66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1154D00-0949-4BF8-89D6-64723B6898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33877-85D4-4704-8FE8-88CBC7A2C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22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0D6E7-B569-4C85-92F0-D9173FFB3CB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0E036-2AD3-40EE-8A71-C2A4E931E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7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86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1"/>
          <p:cNvGrpSpPr>
            <a:grpSpLocks/>
          </p:cNvGrpSpPr>
          <p:nvPr userDrawn="1"/>
        </p:nvGrpSpPr>
        <p:grpSpPr bwMode="auto">
          <a:xfrm flipV="1">
            <a:off x="5427663" y="1143000"/>
            <a:ext cx="1336675" cy="220663"/>
            <a:chOff x="5809673" y="3008118"/>
            <a:chExt cx="2419398" cy="398889"/>
          </a:xfrm>
        </p:grpSpPr>
        <p:sp>
          <p:nvSpPr>
            <p:cNvPr id="4" name="Rectangle 32"/>
            <p:cNvSpPr/>
            <p:nvPr userDrawn="1"/>
          </p:nvSpPr>
          <p:spPr>
            <a:xfrm>
              <a:off x="5809673" y="3008118"/>
              <a:ext cx="399401" cy="3988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" name="Rectangle 33"/>
            <p:cNvSpPr/>
            <p:nvPr userDrawn="1"/>
          </p:nvSpPr>
          <p:spPr>
            <a:xfrm>
              <a:off x="6315390" y="3008118"/>
              <a:ext cx="399401" cy="3988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34"/>
            <p:cNvSpPr/>
            <p:nvPr userDrawn="1"/>
          </p:nvSpPr>
          <p:spPr>
            <a:xfrm>
              <a:off x="6821108" y="3008118"/>
              <a:ext cx="396528" cy="398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35"/>
            <p:cNvSpPr/>
            <p:nvPr userDrawn="1"/>
          </p:nvSpPr>
          <p:spPr>
            <a:xfrm>
              <a:off x="7323951" y="3008118"/>
              <a:ext cx="399403" cy="39888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36"/>
            <p:cNvSpPr/>
            <p:nvPr userDrawn="1"/>
          </p:nvSpPr>
          <p:spPr>
            <a:xfrm>
              <a:off x="7829668" y="3008118"/>
              <a:ext cx="399403" cy="39888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ru-RU" altLang="ko-KR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85024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99A5-A8B5-43FE-8496-CAD8D9DCD021}" type="datetimeFigureOut">
              <a:rPr lang="ru-RU" smtClean="0"/>
              <a:pPr/>
              <a:t>27.07.2026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C8CB6-B44A-45F5-8D0D-63EF40F84F8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Овал 8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3473785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0B77183B-D91C-4877-8446-04AF82AD0211}"/>
              </a:ext>
            </a:extLst>
          </p:cNvPr>
          <p:cNvSpPr/>
          <p:nvPr userDrawn="1"/>
        </p:nvSpPr>
        <p:spPr>
          <a:xfrm>
            <a:off x="0" y="6649277"/>
            <a:ext cx="9893376" cy="852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378F7C02-C4E1-41FB-B50E-9077B2D466F1}"/>
              </a:ext>
            </a:extLst>
          </p:cNvPr>
          <p:cNvGrpSpPr/>
          <p:nvPr/>
        </p:nvGrpSpPr>
        <p:grpSpPr>
          <a:xfrm>
            <a:off x="9917984" y="6249017"/>
            <a:ext cx="2134868" cy="538948"/>
            <a:chOff x="3459679" y="2564932"/>
            <a:chExt cx="5250757" cy="132555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AEBFE799-9951-424F-AA26-A9B2226E0273}"/>
                </a:ext>
              </a:extLst>
            </p:cNvPr>
            <p:cNvGrpSpPr/>
            <p:nvPr/>
          </p:nvGrpSpPr>
          <p:grpSpPr>
            <a:xfrm>
              <a:off x="3467491" y="2775272"/>
              <a:ext cx="5242945" cy="981076"/>
              <a:chOff x="609600" y="2828925"/>
              <a:chExt cx="4733925" cy="88582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id="{E404C533-9854-4AB1-864E-4EC83E534AF5}"/>
                  </a:ext>
                </a:extLst>
              </p:cNvPr>
              <p:cNvSpPr/>
              <p:nvPr/>
            </p:nvSpPr>
            <p:spPr>
              <a:xfrm>
                <a:off x="609600" y="2828925"/>
                <a:ext cx="885825" cy="88582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="" id="{36CC28C5-72C9-4A9C-A38D-4895E418FDF6}"/>
                  </a:ext>
                </a:extLst>
              </p:cNvPr>
              <p:cNvSpPr/>
              <p:nvPr/>
            </p:nvSpPr>
            <p:spPr>
              <a:xfrm>
                <a:off x="1571625" y="2828925"/>
                <a:ext cx="885825" cy="88582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id="{0DE7E71F-BCD3-460E-871E-91151BF0CFCB}"/>
                  </a:ext>
                </a:extLst>
              </p:cNvPr>
              <p:cNvSpPr/>
              <p:nvPr/>
            </p:nvSpPr>
            <p:spPr>
              <a:xfrm>
                <a:off x="2533650" y="2828925"/>
                <a:ext cx="885825" cy="8858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xmlns="" id="{8CB2864E-6E5C-4245-B1A8-E20E2751C8B2}"/>
                  </a:ext>
                </a:extLst>
              </p:cNvPr>
              <p:cNvSpPr/>
              <p:nvPr/>
            </p:nvSpPr>
            <p:spPr>
              <a:xfrm>
                <a:off x="3495675" y="2828925"/>
                <a:ext cx="885825" cy="8858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xmlns="" id="{AC5333E1-387E-4717-8817-F654B5A8E20D}"/>
                  </a:ext>
                </a:extLst>
              </p:cNvPr>
              <p:cNvSpPr/>
              <p:nvPr/>
            </p:nvSpPr>
            <p:spPr>
              <a:xfrm>
                <a:off x="4457700" y="2828925"/>
                <a:ext cx="885825" cy="885825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59917E84-BC22-43AB-A243-2B467A7BD64E}"/>
                </a:ext>
              </a:extLst>
            </p:cNvPr>
            <p:cNvSpPr/>
            <p:nvPr/>
          </p:nvSpPr>
          <p:spPr>
            <a:xfrm rot="10800000">
              <a:off x="4589772" y="2769586"/>
              <a:ext cx="869882" cy="963508"/>
            </a:xfrm>
            <a:custGeom>
              <a:avLst/>
              <a:gdLst>
                <a:gd name="connsiteX0" fmla="*/ 249393 w 869883"/>
                <a:gd name="connsiteY0" fmla="*/ 183621 h 963507"/>
                <a:gd name="connsiteX1" fmla="*/ 283449 w 869883"/>
                <a:gd name="connsiteY1" fmla="*/ 159204 h 963507"/>
                <a:gd name="connsiteX2" fmla="*/ 259032 w 869883"/>
                <a:gd name="connsiteY2" fmla="*/ 125148 h 963507"/>
                <a:gd name="connsiteX3" fmla="*/ 224976 w 869883"/>
                <a:gd name="connsiteY3" fmla="*/ 149565 h 963507"/>
                <a:gd name="connsiteX4" fmla="*/ 249393 w 869883"/>
                <a:gd name="connsiteY4" fmla="*/ 183621 h 963507"/>
                <a:gd name="connsiteX5" fmla="*/ 795252 w 869883"/>
                <a:gd name="connsiteY5" fmla="*/ 408697 h 963507"/>
                <a:gd name="connsiteX6" fmla="*/ 809612 w 869883"/>
                <a:gd name="connsiteY6" fmla="*/ 355860 h 963507"/>
                <a:gd name="connsiteX7" fmla="*/ 771076 w 869883"/>
                <a:gd name="connsiteY7" fmla="*/ 403388 h 963507"/>
                <a:gd name="connsiteX8" fmla="*/ 795252 w 869883"/>
                <a:gd name="connsiteY8" fmla="*/ 408697 h 963507"/>
                <a:gd name="connsiteX9" fmla="*/ 100086 w 869883"/>
                <a:gd name="connsiteY9" fmla="*/ 631479 h 963507"/>
                <a:gd name="connsiteX10" fmla="*/ 71143 w 869883"/>
                <a:gd name="connsiteY10" fmla="*/ 602536 h 963507"/>
                <a:gd name="connsiteX11" fmla="*/ 100086 w 869883"/>
                <a:gd name="connsiteY11" fmla="*/ 573593 h 963507"/>
                <a:gd name="connsiteX12" fmla="*/ 129029 w 869883"/>
                <a:gd name="connsiteY12" fmla="*/ 602536 h 963507"/>
                <a:gd name="connsiteX13" fmla="*/ 100086 w 869883"/>
                <a:gd name="connsiteY13" fmla="*/ 631479 h 963507"/>
                <a:gd name="connsiteX14" fmla="*/ 100086 w 869883"/>
                <a:gd name="connsiteY14" fmla="*/ 660422 h 963507"/>
                <a:gd name="connsiteX15" fmla="*/ 157972 w 869883"/>
                <a:gd name="connsiteY15" fmla="*/ 602536 h 963507"/>
                <a:gd name="connsiteX16" fmla="*/ 100086 w 869883"/>
                <a:gd name="connsiteY16" fmla="*/ 544650 h 963507"/>
                <a:gd name="connsiteX17" fmla="*/ 42200 w 869883"/>
                <a:gd name="connsiteY17" fmla="*/ 602536 h 963507"/>
                <a:gd name="connsiteX18" fmla="*/ 100086 w 869883"/>
                <a:gd name="connsiteY18" fmla="*/ 660422 h 963507"/>
                <a:gd name="connsiteX19" fmla="*/ 636483 w 869883"/>
                <a:gd name="connsiteY19" fmla="*/ 963507 h 963507"/>
                <a:gd name="connsiteX20" fmla="*/ 423144 w 869883"/>
                <a:gd name="connsiteY20" fmla="*/ 963507 h 963507"/>
                <a:gd name="connsiteX21" fmla="*/ 417256 w 869883"/>
                <a:gd name="connsiteY21" fmla="*/ 959411 h 963507"/>
                <a:gd name="connsiteX22" fmla="*/ 118065 w 869883"/>
                <a:gd name="connsiteY22" fmla="*/ 959411 h 963507"/>
                <a:gd name="connsiteX23" fmla="*/ 118065 w 869883"/>
                <a:gd name="connsiteY23" fmla="*/ 908722 h 963507"/>
                <a:gd name="connsiteX24" fmla="*/ 168754 w 869883"/>
                <a:gd name="connsiteY24" fmla="*/ 858033 h 963507"/>
                <a:gd name="connsiteX25" fmla="*/ 271522 w 869883"/>
                <a:gd name="connsiteY25" fmla="*/ 858033 h 963507"/>
                <a:gd name="connsiteX26" fmla="*/ 44795 w 869883"/>
                <a:gd name="connsiteY26" fmla="*/ 700313 h 963507"/>
                <a:gd name="connsiteX27" fmla="*/ 18708 w 869883"/>
                <a:gd name="connsiteY27" fmla="*/ 554976 h 963507"/>
                <a:gd name="connsiteX28" fmla="*/ 48652 w 869883"/>
                <a:gd name="connsiteY28" fmla="*/ 526299 h 963507"/>
                <a:gd name="connsiteX29" fmla="*/ 74792 w 869883"/>
                <a:gd name="connsiteY29" fmla="*/ 516166 h 963507"/>
                <a:gd name="connsiteX30" fmla="*/ 74213 w 869883"/>
                <a:gd name="connsiteY30" fmla="*/ 514501 h 963507"/>
                <a:gd name="connsiteX31" fmla="*/ 631187 w 869883"/>
                <a:gd name="connsiteY31" fmla="*/ 342364 h 963507"/>
                <a:gd name="connsiteX32" fmla="*/ 297632 w 869883"/>
                <a:gd name="connsiteY32" fmla="*/ 217056 h 963507"/>
                <a:gd name="connsiteX33" fmla="*/ 272796 w 869883"/>
                <a:gd name="connsiteY33" fmla="*/ 228529 h 963507"/>
                <a:gd name="connsiteX34" fmla="*/ 242325 w 869883"/>
                <a:gd name="connsiteY34" fmla="*/ 229885 h 963507"/>
                <a:gd name="connsiteX35" fmla="*/ 218472 w 869883"/>
                <a:gd name="connsiteY35" fmla="*/ 221008 h 963507"/>
                <a:gd name="connsiteX36" fmla="*/ 164724 w 869883"/>
                <a:gd name="connsiteY36" fmla="*/ 258948 h 963507"/>
                <a:gd name="connsiteX37" fmla="*/ 56132 w 869883"/>
                <a:gd name="connsiteY37" fmla="*/ 241600 h 963507"/>
                <a:gd name="connsiteX38" fmla="*/ 6014 w 869883"/>
                <a:gd name="connsiteY38" fmla="*/ 156783 h 963507"/>
                <a:gd name="connsiteX39" fmla="*/ 9869 w 869883"/>
                <a:gd name="connsiteY39" fmla="*/ 132366 h 963507"/>
                <a:gd name="connsiteX40" fmla="*/ 25290 w 869883"/>
                <a:gd name="connsiteY40" fmla="*/ 134936 h 963507"/>
                <a:gd name="connsiteX41" fmla="*/ 77338 w 869883"/>
                <a:gd name="connsiteY41" fmla="*/ 212042 h 963507"/>
                <a:gd name="connsiteX42" fmla="*/ 156371 w 869883"/>
                <a:gd name="connsiteY42" fmla="*/ 224893 h 963507"/>
                <a:gd name="connsiteX43" fmla="*/ 191922 w 869883"/>
                <a:gd name="connsiteY43" fmla="*/ 196932 h 963507"/>
                <a:gd name="connsiteX44" fmla="*/ 178712 w 869883"/>
                <a:gd name="connsiteY44" fmla="*/ 141855 h 963507"/>
                <a:gd name="connsiteX45" fmla="*/ 209717 w 869883"/>
                <a:gd name="connsiteY45" fmla="*/ 91977 h 963507"/>
                <a:gd name="connsiteX46" fmla="*/ 214528 w 869883"/>
                <a:gd name="connsiteY46" fmla="*/ 89741 h 963507"/>
                <a:gd name="connsiteX47" fmla="*/ 186572 w 869883"/>
                <a:gd name="connsiteY47" fmla="*/ 46905 h 963507"/>
                <a:gd name="connsiteX48" fmla="*/ 107539 w 869883"/>
                <a:gd name="connsiteY48" fmla="*/ 34698 h 963507"/>
                <a:gd name="connsiteX49" fmla="*/ 34288 w 869883"/>
                <a:gd name="connsiteY49" fmla="*/ 91884 h 963507"/>
                <a:gd name="connsiteX50" fmla="*/ 18224 w 869883"/>
                <a:gd name="connsiteY50" fmla="*/ 89314 h 963507"/>
                <a:gd name="connsiteX51" fmla="*/ 22079 w 869883"/>
                <a:gd name="connsiteY51" fmla="*/ 64898 h 963507"/>
                <a:gd name="connsiteX52" fmla="*/ 96615 w 869883"/>
                <a:gd name="connsiteY52" fmla="*/ 0 h 963507"/>
                <a:gd name="connsiteX53" fmla="*/ 205206 w 869883"/>
                <a:gd name="connsiteY53" fmla="*/ 17348 h 963507"/>
                <a:gd name="connsiteX54" fmla="*/ 250632 w 869883"/>
                <a:gd name="connsiteY54" fmla="*/ 78961 h 963507"/>
                <a:gd name="connsiteX55" fmla="*/ 266742 w 869883"/>
                <a:gd name="connsiteY55" fmla="*/ 78243 h 963507"/>
                <a:gd name="connsiteX56" fmla="*/ 316620 w 869883"/>
                <a:gd name="connsiteY56" fmla="*/ 109005 h 963507"/>
                <a:gd name="connsiteX57" fmla="*/ 319435 w 869883"/>
                <a:gd name="connsiteY57" fmla="*/ 115098 h 963507"/>
                <a:gd name="connsiteX58" fmla="*/ 803977 w 869883"/>
                <a:gd name="connsiteY58" fmla="*/ 300705 h 963507"/>
                <a:gd name="connsiteX59" fmla="*/ 824626 w 869883"/>
                <a:gd name="connsiteY59" fmla="*/ 306486 h 963507"/>
                <a:gd name="connsiteX60" fmla="*/ 865490 w 869883"/>
                <a:gd name="connsiteY60" fmla="*/ 353933 h 963507"/>
                <a:gd name="connsiteX61" fmla="*/ 813466 w 869883"/>
                <a:gd name="connsiteY61" fmla="*/ 457981 h 963507"/>
                <a:gd name="connsiteX62" fmla="*/ 293089 w 869883"/>
                <a:gd name="connsiteY62" fmla="*/ 618657 h 963507"/>
                <a:gd name="connsiteX63" fmla="*/ 603336 w 869883"/>
                <a:gd name="connsiteY63" fmla="*/ 834477 h 963507"/>
                <a:gd name="connsiteX64" fmla="*/ 625895 w 869883"/>
                <a:gd name="connsiteY64" fmla="*/ 858033 h 963507"/>
                <a:gd name="connsiteX65" fmla="*/ 705014 w 869883"/>
                <a:gd name="connsiteY65" fmla="*/ 858033 h 963507"/>
                <a:gd name="connsiteX66" fmla="*/ 755703 w 869883"/>
                <a:gd name="connsiteY66" fmla="*/ 908722 h 963507"/>
                <a:gd name="connsiteX67" fmla="*/ 755703 w 869883"/>
                <a:gd name="connsiteY67" fmla="*/ 959411 h 963507"/>
                <a:gd name="connsiteX68" fmla="*/ 638257 w 869883"/>
                <a:gd name="connsiteY68" fmla="*/ 959411 h 96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869883" h="963507">
                  <a:moveTo>
                    <a:pt x="249393" y="183621"/>
                  </a:moveTo>
                  <a:cubicBezTo>
                    <a:pt x="265458" y="186191"/>
                    <a:pt x="280878" y="175268"/>
                    <a:pt x="283449" y="159204"/>
                  </a:cubicBezTo>
                  <a:cubicBezTo>
                    <a:pt x="286019" y="143140"/>
                    <a:pt x="275095" y="127719"/>
                    <a:pt x="259032" y="125148"/>
                  </a:cubicBezTo>
                  <a:cubicBezTo>
                    <a:pt x="242968" y="122578"/>
                    <a:pt x="227547" y="133502"/>
                    <a:pt x="224976" y="149565"/>
                  </a:cubicBezTo>
                  <a:cubicBezTo>
                    <a:pt x="221764" y="165630"/>
                    <a:pt x="233329" y="181050"/>
                    <a:pt x="249393" y="183621"/>
                  </a:cubicBezTo>
                  <a:close/>
                  <a:moveTo>
                    <a:pt x="795252" y="408697"/>
                  </a:moveTo>
                  <a:cubicBezTo>
                    <a:pt x="817199" y="404994"/>
                    <a:pt x="829844" y="377537"/>
                    <a:pt x="809612" y="355860"/>
                  </a:cubicBezTo>
                  <a:cubicBezTo>
                    <a:pt x="775572" y="335307"/>
                    <a:pt x="743459" y="374486"/>
                    <a:pt x="771076" y="403388"/>
                  </a:cubicBezTo>
                  <a:cubicBezTo>
                    <a:pt x="779586" y="408526"/>
                    <a:pt x="787936" y="409931"/>
                    <a:pt x="795252" y="408697"/>
                  </a:cubicBezTo>
                  <a:close/>
                  <a:moveTo>
                    <a:pt x="100086" y="631479"/>
                  </a:moveTo>
                  <a:cubicBezTo>
                    <a:pt x="84101" y="631479"/>
                    <a:pt x="71143" y="618521"/>
                    <a:pt x="71143" y="602536"/>
                  </a:cubicBezTo>
                  <a:cubicBezTo>
                    <a:pt x="71143" y="586551"/>
                    <a:pt x="84101" y="573593"/>
                    <a:pt x="100086" y="573593"/>
                  </a:cubicBezTo>
                  <a:cubicBezTo>
                    <a:pt x="116071" y="573593"/>
                    <a:pt x="129029" y="586551"/>
                    <a:pt x="129029" y="602536"/>
                  </a:cubicBezTo>
                  <a:cubicBezTo>
                    <a:pt x="129029" y="618521"/>
                    <a:pt x="116071" y="631479"/>
                    <a:pt x="100086" y="631479"/>
                  </a:cubicBezTo>
                  <a:close/>
                  <a:moveTo>
                    <a:pt x="100086" y="660422"/>
                  </a:moveTo>
                  <a:cubicBezTo>
                    <a:pt x="132056" y="660422"/>
                    <a:pt x="157972" y="634506"/>
                    <a:pt x="157972" y="602536"/>
                  </a:cubicBezTo>
                  <a:cubicBezTo>
                    <a:pt x="157972" y="570566"/>
                    <a:pt x="132056" y="544650"/>
                    <a:pt x="100086" y="544650"/>
                  </a:cubicBezTo>
                  <a:cubicBezTo>
                    <a:pt x="68116" y="544650"/>
                    <a:pt x="42200" y="570566"/>
                    <a:pt x="42200" y="602536"/>
                  </a:cubicBezTo>
                  <a:cubicBezTo>
                    <a:pt x="42200" y="634506"/>
                    <a:pt x="68116" y="660422"/>
                    <a:pt x="100086" y="660422"/>
                  </a:cubicBezTo>
                  <a:close/>
                  <a:moveTo>
                    <a:pt x="636483" y="963507"/>
                  </a:moveTo>
                  <a:lnTo>
                    <a:pt x="423144" y="963507"/>
                  </a:lnTo>
                  <a:lnTo>
                    <a:pt x="417256" y="959411"/>
                  </a:lnTo>
                  <a:lnTo>
                    <a:pt x="118065" y="959411"/>
                  </a:lnTo>
                  <a:lnTo>
                    <a:pt x="118065" y="908722"/>
                  </a:lnTo>
                  <a:cubicBezTo>
                    <a:pt x="118065" y="880727"/>
                    <a:pt x="140759" y="858033"/>
                    <a:pt x="168754" y="858033"/>
                  </a:cubicBezTo>
                  <a:lnTo>
                    <a:pt x="271522" y="858033"/>
                  </a:lnTo>
                  <a:lnTo>
                    <a:pt x="44795" y="700313"/>
                  </a:lnTo>
                  <a:cubicBezTo>
                    <a:pt x="-2543" y="667383"/>
                    <a:pt x="-14222" y="602314"/>
                    <a:pt x="18708" y="554976"/>
                  </a:cubicBezTo>
                  <a:cubicBezTo>
                    <a:pt x="26940" y="543142"/>
                    <a:pt x="37181" y="533536"/>
                    <a:pt x="48652" y="526299"/>
                  </a:cubicBezTo>
                  <a:lnTo>
                    <a:pt x="74792" y="516166"/>
                  </a:lnTo>
                  <a:lnTo>
                    <a:pt x="74213" y="514501"/>
                  </a:lnTo>
                  <a:lnTo>
                    <a:pt x="631187" y="342364"/>
                  </a:lnTo>
                  <a:lnTo>
                    <a:pt x="297632" y="217056"/>
                  </a:lnTo>
                  <a:lnTo>
                    <a:pt x="272796" y="228529"/>
                  </a:lnTo>
                  <a:cubicBezTo>
                    <a:pt x="263087" y="230929"/>
                    <a:pt x="252766" y="231491"/>
                    <a:pt x="242325" y="229885"/>
                  </a:cubicBezTo>
                  <a:lnTo>
                    <a:pt x="218472" y="221008"/>
                  </a:lnTo>
                  <a:lnTo>
                    <a:pt x="164724" y="258948"/>
                  </a:lnTo>
                  <a:lnTo>
                    <a:pt x="56132" y="241600"/>
                  </a:lnTo>
                  <a:lnTo>
                    <a:pt x="6014" y="156783"/>
                  </a:lnTo>
                  <a:lnTo>
                    <a:pt x="9869" y="132366"/>
                  </a:lnTo>
                  <a:lnTo>
                    <a:pt x="25290" y="134936"/>
                  </a:lnTo>
                  <a:lnTo>
                    <a:pt x="77338" y="212042"/>
                  </a:lnTo>
                  <a:lnTo>
                    <a:pt x="156371" y="224893"/>
                  </a:lnTo>
                  <a:lnTo>
                    <a:pt x="191922" y="196932"/>
                  </a:lnTo>
                  <a:lnTo>
                    <a:pt x="178712" y="141855"/>
                  </a:lnTo>
                  <a:cubicBezTo>
                    <a:pt x="182247" y="120972"/>
                    <a:pt x="193813" y="103463"/>
                    <a:pt x="209717" y="91977"/>
                  </a:cubicBezTo>
                  <a:lnTo>
                    <a:pt x="214528" y="89741"/>
                  </a:lnTo>
                  <a:lnTo>
                    <a:pt x="186572" y="46905"/>
                  </a:lnTo>
                  <a:lnTo>
                    <a:pt x="107539" y="34698"/>
                  </a:lnTo>
                  <a:lnTo>
                    <a:pt x="34288" y="91884"/>
                  </a:lnTo>
                  <a:lnTo>
                    <a:pt x="18224" y="89314"/>
                  </a:lnTo>
                  <a:lnTo>
                    <a:pt x="22079" y="64898"/>
                  </a:lnTo>
                  <a:lnTo>
                    <a:pt x="96615" y="0"/>
                  </a:lnTo>
                  <a:lnTo>
                    <a:pt x="205206" y="17348"/>
                  </a:lnTo>
                  <a:lnTo>
                    <a:pt x="250632" y="78961"/>
                  </a:lnTo>
                  <a:lnTo>
                    <a:pt x="266742" y="78243"/>
                  </a:lnTo>
                  <a:cubicBezTo>
                    <a:pt x="287625" y="81456"/>
                    <a:pt x="305135" y="93022"/>
                    <a:pt x="316620" y="109005"/>
                  </a:cubicBezTo>
                  <a:lnTo>
                    <a:pt x="319435" y="115098"/>
                  </a:lnTo>
                  <a:lnTo>
                    <a:pt x="803977" y="300705"/>
                  </a:lnTo>
                  <a:lnTo>
                    <a:pt x="824626" y="306486"/>
                  </a:lnTo>
                  <a:cubicBezTo>
                    <a:pt x="843332" y="315879"/>
                    <a:pt x="858425" y="332417"/>
                    <a:pt x="865490" y="353933"/>
                  </a:cubicBezTo>
                  <a:cubicBezTo>
                    <a:pt x="880262" y="397608"/>
                    <a:pt x="856498" y="443851"/>
                    <a:pt x="813466" y="457981"/>
                  </a:cubicBezTo>
                  <a:lnTo>
                    <a:pt x="293089" y="618657"/>
                  </a:lnTo>
                  <a:lnTo>
                    <a:pt x="603336" y="834477"/>
                  </a:lnTo>
                  <a:lnTo>
                    <a:pt x="625895" y="858033"/>
                  </a:lnTo>
                  <a:lnTo>
                    <a:pt x="705014" y="858033"/>
                  </a:lnTo>
                  <a:cubicBezTo>
                    <a:pt x="733009" y="858033"/>
                    <a:pt x="755703" y="880727"/>
                    <a:pt x="755703" y="908722"/>
                  </a:cubicBezTo>
                  <a:lnTo>
                    <a:pt x="755703" y="959411"/>
                  </a:lnTo>
                  <a:lnTo>
                    <a:pt x="638257" y="9594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rapezoid 24">
              <a:extLst>
                <a:ext uri="{FF2B5EF4-FFF2-40B4-BE49-F238E27FC236}">
                  <a16:creationId xmlns:a16="http://schemas.microsoft.com/office/drawing/2014/main" xmlns="" id="{31D460DF-0640-47FB-8F04-195A1FD52078}"/>
                </a:ext>
              </a:extLst>
            </p:cNvPr>
            <p:cNvSpPr>
              <a:spLocks noChangeAspect="1"/>
            </p:cNvSpPr>
            <p:nvPr/>
          </p:nvSpPr>
          <p:spPr>
            <a:xfrm rot="8369018">
              <a:off x="6543417" y="2652941"/>
              <a:ext cx="1146180" cy="1157101"/>
            </a:xfrm>
            <a:custGeom>
              <a:avLst/>
              <a:gdLst/>
              <a:ahLst/>
              <a:cxnLst/>
              <a:rect l="l" t="t" r="r" b="b"/>
              <a:pathLst>
                <a:path w="4411086" h="4453092">
                  <a:moveTo>
                    <a:pt x="3095887" y="1153910"/>
                  </a:moveTo>
                  <a:cubicBezTo>
                    <a:pt x="3119009" y="1174647"/>
                    <a:pt x="3146597" y="1191685"/>
                    <a:pt x="3177861" y="1203446"/>
                  </a:cubicBezTo>
                  <a:cubicBezTo>
                    <a:pt x="3302917" y="1250492"/>
                    <a:pt x="3439398" y="1195315"/>
                    <a:pt x="3482703" y="1080205"/>
                  </a:cubicBezTo>
                  <a:cubicBezTo>
                    <a:pt x="3526008" y="965093"/>
                    <a:pt x="3459737" y="833641"/>
                    <a:pt x="3334683" y="786595"/>
                  </a:cubicBezTo>
                  <a:cubicBezTo>
                    <a:pt x="3209628" y="739549"/>
                    <a:pt x="3073147" y="794724"/>
                    <a:pt x="3029841" y="909836"/>
                  </a:cubicBezTo>
                  <a:cubicBezTo>
                    <a:pt x="2997363" y="996169"/>
                    <a:pt x="3026521" y="1091695"/>
                    <a:pt x="3095887" y="1153910"/>
                  </a:cubicBezTo>
                  <a:close/>
                  <a:moveTo>
                    <a:pt x="3521423" y="1860548"/>
                  </a:moveTo>
                  <a:cubicBezTo>
                    <a:pt x="3544546" y="1881285"/>
                    <a:pt x="3572135" y="1898322"/>
                    <a:pt x="3603399" y="1910084"/>
                  </a:cubicBezTo>
                  <a:cubicBezTo>
                    <a:pt x="3728453" y="1957130"/>
                    <a:pt x="3864935" y="1901953"/>
                    <a:pt x="3908240" y="1786842"/>
                  </a:cubicBezTo>
                  <a:cubicBezTo>
                    <a:pt x="3951546" y="1671732"/>
                    <a:pt x="3885275" y="1540278"/>
                    <a:pt x="3760220" y="1493232"/>
                  </a:cubicBezTo>
                  <a:cubicBezTo>
                    <a:pt x="3635166" y="1446186"/>
                    <a:pt x="3498684" y="1501363"/>
                    <a:pt x="3455379" y="1616474"/>
                  </a:cubicBezTo>
                  <a:cubicBezTo>
                    <a:pt x="3422900" y="1702807"/>
                    <a:pt x="3452057" y="1798333"/>
                    <a:pt x="3521423" y="1860548"/>
                  </a:cubicBezTo>
                  <a:close/>
                  <a:moveTo>
                    <a:pt x="3507502" y="2659088"/>
                  </a:moveTo>
                  <a:cubicBezTo>
                    <a:pt x="3530625" y="2679826"/>
                    <a:pt x="3558214" y="2696863"/>
                    <a:pt x="3589478" y="2708624"/>
                  </a:cubicBezTo>
                  <a:cubicBezTo>
                    <a:pt x="3714532" y="2755670"/>
                    <a:pt x="3851014" y="2700494"/>
                    <a:pt x="3894319" y="2585383"/>
                  </a:cubicBezTo>
                  <a:cubicBezTo>
                    <a:pt x="3937624" y="2470273"/>
                    <a:pt x="3871353" y="2338820"/>
                    <a:pt x="3746299" y="2291774"/>
                  </a:cubicBezTo>
                  <a:cubicBezTo>
                    <a:pt x="3621245" y="2244728"/>
                    <a:pt x="3484763" y="2299905"/>
                    <a:pt x="3441458" y="2415014"/>
                  </a:cubicBezTo>
                  <a:cubicBezTo>
                    <a:pt x="3408979" y="2501348"/>
                    <a:pt x="3438136" y="2596873"/>
                    <a:pt x="3507502" y="2659088"/>
                  </a:cubicBezTo>
                  <a:close/>
                  <a:moveTo>
                    <a:pt x="2750047" y="3029987"/>
                  </a:moveTo>
                  <a:cubicBezTo>
                    <a:pt x="2773168" y="3050726"/>
                    <a:pt x="2800759" y="3067763"/>
                    <a:pt x="2832021" y="3079524"/>
                  </a:cubicBezTo>
                  <a:cubicBezTo>
                    <a:pt x="2957076" y="3126570"/>
                    <a:pt x="3093558" y="3071393"/>
                    <a:pt x="3136863" y="2956283"/>
                  </a:cubicBezTo>
                  <a:cubicBezTo>
                    <a:pt x="3180168" y="2841172"/>
                    <a:pt x="3113897" y="2709719"/>
                    <a:pt x="2988843" y="2662673"/>
                  </a:cubicBezTo>
                  <a:cubicBezTo>
                    <a:pt x="2863789" y="2615627"/>
                    <a:pt x="2727307" y="2670804"/>
                    <a:pt x="2684001" y="2785914"/>
                  </a:cubicBezTo>
                  <a:cubicBezTo>
                    <a:pt x="2651523" y="2872247"/>
                    <a:pt x="2680681" y="2967773"/>
                    <a:pt x="2750047" y="3029987"/>
                  </a:cubicBezTo>
                  <a:close/>
                  <a:moveTo>
                    <a:pt x="1666926" y="2573567"/>
                  </a:moveTo>
                  <a:lnTo>
                    <a:pt x="1775047" y="423729"/>
                  </a:lnTo>
                  <a:lnTo>
                    <a:pt x="1991290" y="423729"/>
                  </a:lnTo>
                  <a:lnTo>
                    <a:pt x="2099411" y="2573567"/>
                  </a:lnTo>
                  <a:close/>
                  <a:moveTo>
                    <a:pt x="1154974" y="2568578"/>
                  </a:moveTo>
                  <a:cubicBezTo>
                    <a:pt x="1178096" y="2589317"/>
                    <a:pt x="1205685" y="2606354"/>
                    <a:pt x="1236949" y="2618115"/>
                  </a:cubicBezTo>
                  <a:cubicBezTo>
                    <a:pt x="1362003" y="2665161"/>
                    <a:pt x="1498485" y="2609985"/>
                    <a:pt x="1541790" y="2494874"/>
                  </a:cubicBezTo>
                  <a:cubicBezTo>
                    <a:pt x="1585096" y="2379763"/>
                    <a:pt x="1518825" y="2248310"/>
                    <a:pt x="1393770" y="2201264"/>
                  </a:cubicBezTo>
                  <a:cubicBezTo>
                    <a:pt x="1268716" y="2154218"/>
                    <a:pt x="1132234" y="2209394"/>
                    <a:pt x="1088929" y="2324505"/>
                  </a:cubicBezTo>
                  <a:cubicBezTo>
                    <a:pt x="1056450" y="2410839"/>
                    <a:pt x="1085608" y="2506364"/>
                    <a:pt x="1154974" y="2568578"/>
                  </a:cubicBezTo>
                  <a:close/>
                  <a:moveTo>
                    <a:pt x="1811301" y="3132571"/>
                  </a:moveTo>
                  <a:lnTo>
                    <a:pt x="1704026" y="2663196"/>
                  </a:lnTo>
                  <a:lnTo>
                    <a:pt x="2117930" y="2682436"/>
                  </a:lnTo>
                  <a:lnTo>
                    <a:pt x="1967575" y="3139835"/>
                  </a:lnTo>
                  <a:close/>
                  <a:moveTo>
                    <a:pt x="474734" y="2026084"/>
                  </a:moveTo>
                  <a:cubicBezTo>
                    <a:pt x="497856" y="2046823"/>
                    <a:pt x="525445" y="2063859"/>
                    <a:pt x="556709" y="2075621"/>
                  </a:cubicBezTo>
                  <a:cubicBezTo>
                    <a:pt x="681763" y="2122667"/>
                    <a:pt x="818245" y="2067490"/>
                    <a:pt x="861550" y="1952380"/>
                  </a:cubicBezTo>
                  <a:cubicBezTo>
                    <a:pt x="904855" y="1837269"/>
                    <a:pt x="838584" y="1705816"/>
                    <a:pt x="713530" y="1658770"/>
                  </a:cubicBezTo>
                  <a:cubicBezTo>
                    <a:pt x="588476" y="1611724"/>
                    <a:pt x="451994" y="1666900"/>
                    <a:pt x="408689" y="1782011"/>
                  </a:cubicBezTo>
                  <a:cubicBezTo>
                    <a:pt x="376210" y="1868344"/>
                    <a:pt x="405367" y="1963870"/>
                    <a:pt x="474734" y="2026084"/>
                  </a:cubicBezTo>
                  <a:close/>
                  <a:moveTo>
                    <a:pt x="470005" y="2517620"/>
                  </a:moveTo>
                  <a:cubicBezTo>
                    <a:pt x="142796" y="2243059"/>
                    <a:pt x="-69074" y="1913805"/>
                    <a:pt x="20698" y="1573981"/>
                  </a:cubicBezTo>
                  <a:cubicBezTo>
                    <a:pt x="290062" y="677171"/>
                    <a:pt x="1131284" y="1373424"/>
                    <a:pt x="1417683" y="1157395"/>
                  </a:cubicBezTo>
                  <a:cubicBezTo>
                    <a:pt x="1704082" y="941367"/>
                    <a:pt x="795764" y="512391"/>
                    <a:pt x="1486994" y="164947"/>
                  </a:cubicBezTo>
                  <a:cubicBezTo>
                    <a:pt x="1963635" y="-91969"/>
                    <a:pt x="2301495" y="-33140"/>
                    <a:pt x="2924035" y="233397"/>
                  </a:cubicBezTo>
                  <a:cubicBezTo>
                    <a:pt x="3546575" y="499935"/>
                    <a:pt x="4682373" y="1460700"/>
                    <a:pt x="4352060" y="2410274"/>
                  </a:cubicBezTo>
                  <a:cubicBezTo>
                    <a:pt x="4055563" y="3262631"/>
                    <a:pt x="2903863" y="3342769"/>
                    <a:pt x="2149143" y="3248705"/>
                  </a:cubicBezTo>
                  <a:cubicBezTo>
                    <a:pt x="2120485" y="3221681"/>
                    <a:pt x="2088781" y="3200633"/>
                    <a:pt x="2056697" y="3184977"/>
                  </a:cubicBezTo>
                  <a:lnTo>
                    <a:pt x="2029525" y="3174239"/>
                  </a:lnTo>
                  <a:lnTo>
                    <a:pt x="2074465" y="2961096"/>
                  </a:lnTo>
                  <a:cubicBezTo>
                    <a:pt x="2174448" y="2968058"/>
                    <a:pt x="2268303" y="2914369"/>
                    <a:pt x="2302852" y="2822534"/>
                  </a:cubicBezTo>
                  <a:cubicBezTo>
                    <a:pt x="2344980" y="2710550"/>
                    <a:pt x="2283405" y="2583099"/>
                    <a:pt x="2164586" y="2533664"/>
                  </a:cubicBezTo>
                  <a:lnTo>
                    <a:pt x="2177079" y="2474412"/>
                  </a:lnTo>
                  <a:lnTo>
                    <a:pt x="2181423" y="2474420"/>
                  </a:lnTo>
                  <a:lnTo>
                    <a:pt x="2180348" y="2458905"/>
                  </a:lnTo>
                  <a:lnTo>
                    <a:pt x="2183345" y="2444691"/>
                  </a:lnTo>
                  <a:lnTo>
                    <a:pt x="2179364" y="2444684"/>
                  </a:lnTo>
                  <a:lnTo>
                    <a:pt x="2069296" y="855315"/>
                  </a:lnTo>
                  <a:cubicBezTo>
                    <a:pt x="2264713" y="815272"/>
                    <a:pt x="2400776" y="670372"/>
                    <a:pt x="2376696" y="524656"/>
                  </a:cubicBezTo>
                  <a:cubicBezTo>
                    <a:pt x="2351678" y="373263"/>
                    <a:pt x="2163271" y="278317"/>
                    <a:pt x="1955875" y="312591"/>
                  </a:cubicBezTo>
                  <a:cubicBezTo>
                    <a:pt x="1748480" y="346862"/>
                    <a:pt x="1600634" y="497374"/>
                    <a:pt x="1625652" y="648768"/>
                  </a:cubicBezTo>
                  <a:cubicBezTo>
                    <a:pt x="1635034" y="705540"/>
                    <a:pt x="1667392" y="754373"/>
                    <a:pt x="1715112" y="791433"/>
                  </a:cubicBezTo>
                  <a:lnTo>
                    <a:pt x="1728511" y="799403"/>
                  </a:lnTo>
                  <a:lnTo>
                    <a:pt x="1608970" y="2443607"/>
                  </a:lnTo>
                  <a:lnTo>
                    <a:pt x="1608731" y="2443607"/>
                  </a:lnTo>
                  <a:lnTo>
                    <a:pt x="1608909" y="2444461"/>
                  </a:lnTo>
                  <a:lnTo>
                    <a:pt x="1606809" y="2473335"/>
                  </a:lnTo>
                  <a:lnTo>
                    <a:pt x="1614885" y="2473351"/>
                  </a:lnTo>
                  <a:lnTo>
                    <a:pt x="1760460" y="3176931"/>
                  </a:lnTo>
                  <a:cubicBezTo>
                    <a:pt x="1363839" y="3071567"/>
                    <a:pt x="842276" y="2829991"/>
                    <a:pt x="470005" y="2517620"/>
                  </a:cubicBezTo>
                  <a:close/>
                  <a:moveTo>
                    <a:pt x="1703651" y="4144665"/>
                  </a:moveTo>
                  <a:cubicBezTo>
                    <a:pt x="1692426" y="4135382"/>
                    <a:pt x="1682479" y="4126471"/>
                    <a:pt x="1673433" y="4117764"/>
                  </a:cubicBezTo>
                  <a:cubicBezTo>
                    <a:pt x="1630012" y="4075967"/>
                    <a:pt x="1607344" y="4038835"/>
                    <a:pt x="1563711" y="3987474"/>
                  </a:cubicBezTo>
                  <a:cubicBezTo>
                    <a:pt x="1428119" y="3754817"/>
                    <a:pt x="1459551" y="3514918"/>
                    <a:pt x="1577437" y="3369529"/>
                  </a:cubicBezTo>
                  <a:cubicBezTo>
                    <a:pt x="1695323" y="3224139"/>
                    <a:pt x="1812160" y="3189516"/>
                    <a:pt x="1943877" y="3254126"/>
                  </a:cubicBezTo>
                  <a:cubicBezTo>
                    <a:pt x="2075594" y="3318736"/>
                    <a:pt x="2201944" y="3486346"/>
                    <a:pt x="2150195" y="3720844"/>
                  </a:cubicBezTo>
                  <a:cubicBezTo>
                    <a:pt x="2053054" y="4010881"/>
                    <a:pt x="2046121" y="3999957"/>
                    <a:pt x="2256634" y="4453092"/>
                  </a:cubicBezTo>
                  <a:cubicBezTo>
                    <a:pt x="1923422" y="4292924"/>
                    <a:pt x="1782225" y="4209649"/>
                    <a:pt x="1703651" y="41446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D5CF2213-852E-4240-813E-B4BEE73B7B5F}"/>
                </a:ext>
              </a:extLst>
            </p:cNvPr>
            <p:cNvGrpSpPr/>
            <p:nvPr/>
          </p:nvGrpSpPr>
          <p:grpSpPr>
            <a:xfrm>
              <a:off x="7721588" y="2772298"/>
              <a:ext cx="988480" cy="987025"/>
              <a:chOff x="2611714" y="1452659"/>
              <a:chExt cx="3963104" cy="3957283"/>
            </a:xfrm>
            <a:solidFill>
              <a:schemeClr val="bg1"/>
            </a:solidFill>
          </p:grpSpPr>
          <p:sp>
            <p:nvSpPr>
              <p:cNvPr id="17" name="Round Same Side Corner Rectangle 4">
                <a:extLst>
                  <a:ext uri="{FF2B5EF4-FFF2-40B4-BE49-F238E27FC236}">
                    <a16:creationId xmlns:a16="http://schemas.microsoft.com/office/drawing/2014/main" xmlns="" id="{15E8845B-2966-4D6E-BF28-D4FFBE0924ED}"/>
                  </a:ext>
                </a:extLst>
              </p:cNvPr>
              <p:cNvSpPr/>
              <p:nvPr/>
            </p:nvSpPr>
            <p:spPr>
              <a:xfrm rot="5400000">
                <a:off x="3996576" y="67797"/>
                <a:ext cx="1193379" cy="3963104"/>
              </a:xfrm>
              <a:custGeom>
                <a:avLst/>
                <a:gdLst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0 w 792088"/>
                  <a:gd name="connsiteY5" fmla="*/ 4005634 h 4005634"/>
                  <a:gd name="connsiteX6" fmla="*/ 0 w 792088"/>
                  <a:gd name="connsiteY6" fmla="*/ 4005634 h 4005634"/>
                  <a:gd name="connsiteX7" fmla="*/ 0 w 792088"/>
                  <a:gd name="connsiteY7" fmla="*/ 259607 h 4005634"/>
                  <a:gd name="connsiteX8" fmla="*/ 259607 w 792088"/>
                  <a:gd name="connsiteY8" fmla="*/ 0 h 4005634"/>
                  <a:gd name="connsiteX0" fmla="*/ 270239 w 802720"/>
                  <a:gd name="connsiteY0" fmla="*/ 0 h 4005634"/>
                  <a:gd name="connsiteX1" fmla="*/ 543113 w 802720"/>
                  <a:gd name="connsiteY1" fmla="*/ 0 h 4005634"/>
                  <a:gd name="connsiteX2" fmla="*/ 802720 w 802720"/>
                  <a:gd name="connsiteY2" fmla="*/ 259607 h 4005634"/>
                  <a:gd name="connsiteX3" fmla="*/ 802720 w 802720"/>
                  <a:gd name="connsiteY3" fmla="*/ 4005634 h 4005634"/>
                  <a:gd name="connsiteX4" fmla="*/ 802720 w 802720"/>
                  <a:gd name="connsiteY4" fmla="*/ 4005634 h 4005634"/>
                  <a:gd name="connsiteX5" fmla="*/ 10632 w 802720"/>
                  <a:gd name="connsiteY5" fmla="*/ 4005634 h 4005634"/>
                  <a:gd name="connsiteX6" fmla="*/ 0 w 802720"/>
                  <a:gd name="connsiteY6" fmla="*/ 3590965 h 4005634"/>
                  <a:gd name="connsiteX7" fmla="*/ 10632 w 802720"/>
                  <a:gd name="connsiteY7" fmla="*/ 259607 h 4005634"/>
                  <a:gd name="connsiteX8" fmla="*/ 270239 w 802720"/>
                  <a:gd name="connsiteY8" fmla="*/ 0 h 4005634"/>
                  <a:gd name="connsiteX0" fmla="*/ 280872 w 813353"/>
                  <a:gd name="connsiteY0" fmla="*/ 0 h 4005634"/>
                  <a:gd name="connsiteX1" fmla="*/ 553746 w 813353"/>
                  <a:gd name="connsiteY1" fmla="*/ 0 h 4005634"/>
                  <a:gd name="connsiteX2" fmla="*/ 813353 w 813353"/>
                  <a:gd name="connsiteY2" fmla="*/ 259607 h 4005634"/>
                  <a:gd name="connsiteX3" fmla="*/ 813353 w 813353"/>
                  <a:gd name="connsiteY3" fmla="*/ 4005634 h 4005634"/>
                  <a:gd name="connsiteX4" fmla="*/ 813353 w 813353"/>
                  <a:gd name="connsiteY4" fmla="*/ 4005634 h 4005634"/>
                  <a:gd name="connsiteX5" fmla="*/ 21265 w 813353"/>
                  <a:gd name="connsiteY5" fmla="*/ 4005634 h 4005634"/>
                  <a:gd name="connsiteX6" fmla="*/ 0 w 813353"/>
                  <a:gd name="connsiteY6" fmla="*/ 3590965 h 4005634"/>
                  <a:gd name="connsiteX7" fmla="*/ 21265 w 813353"/>
                  <a:gd name="connsiteY7" fmla="*/ 259607 h 4005634"/>
                  <a:gd name="connsiteX8" fmla="*/ 280872 w 813353"/>
                  <a:gd name="connsiteY8" fmla="*/ 0 h 4005634"/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0 w 792088"/>
                  <a:gd name="connsiteY5" fmla="*/ 4005634 h 4005634"/>
                  <a:gd name="connsiteX6" fmla="*/ 0 w 792088"/>
                  <a:gd name="connsiteY6" fmla="*/ 259607 h 4005634"/>
                  <a:gd name="connsiteX7" fmla="*/ 259607 w 792088"/>
                  <a:gd name="connsiteY7" fmla="*/ 0 h 4005634"/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10633 w 792088"/>
                  <a:gd name="connsiteY5" fmla="*/ 3101867 h 4005634"/>
                  <a:gd name="connsiteX6" fmla="*/ 0 w 792088"/>
                  <a:gd name="connsiteY6" fmla="*/ 259607 h 4005634"/>
                  <a:gd name="connsiteX7" fmla="*/ 259607 w 792088"/>
                  <a:gd name="connsiteY7" fmla="*/ 0 h 4005634"/>
                  <a:gd name="connsiteX0" fmla="*/ 259607 w 792088"/>
                  <a:gd name="connsiteY0" fmla="*/ 0 h 4005634"/>
                  <a:gd name="connsiteX1" fmla="*/ 532481 w 792088"/>
                  <a:gd name="connsiteY1" fmla="*/ 0 h 4005634"/>
                  <a:gd name="connsiteX2" fmla="*/ 792088 w 792088"/>
                  <a:gd name="connsiteY2" fmla="*/ 259607 h 4005634"/>
                  <a:gd name="connsiteX3" fmla="*/ 792088 w 792088"/>
                  <a:gd name="connsiteY3" fmla="*/ 4005634 h 4005634"/>
                  <a:gd name="connsiteX4" fmla="*/ 792088 w 792088"/>
                  <a:gd name="connsiteY4" fmla="*/ 4005634 h 4005634"/>
                  <a:gd name="connsiteX5" fmla="*/ 10633 w 792088"/>
                  <a:gd name="connsiteY5" fmla="*/ 3101867 h 4005634"/>
                  <a:gd name="connsiteX6" fmla="*/ 0 w 792088"/>
                  <a:gd name="connsiteY6" fmla="*/ 259607 h 4005634"/>
                  <a:gd name="connsiteX7" fmla="*/ 259607 w 792088"/>
                  <a:gd name="connsiteY7" fmla="*/ 0 h 4005634"/>
                  <a:gd name="connsiteX0" fmla="*/ 259607 w 1004739"/>
                  <a:gd name="connsiteY0" fmla="*/ 0 h 4005634"/>
                  <a:gd name="connsiteX1" fmla="*/ 532481 w 1004739"/>
                  <a:gd name="connsiteY1" fmla="*/ 0 h 4005634"/>
                  <a:gd name="connsiteX2" fmla="*/ 792088 w 1004739"/>
                  <a:gd name="connsiteY2" fmla="*/ 259607 h 4005634"/>
                  <a:gd name="connsiteX3" fmla="*/ 792088 w 1004739"/>
                  <a:gd name="connsiteY3" fmla="*/ 4005634 h 4005634"/>
                  <a:gd name="connsiteX4" fmla="*/ 1004739 w 1004739"/>
                  <a:gd name="connsiteY4" fmla="*/ 3941839 h 4005634"/>
                  <a:gd name="connsiteX5" fmla="*/ 10633 w 1004739"/>
                  <a:gd name="connsiteY5" fmla="*/ 3101867 h 4005634"/>
                  <a:gd name="connsiteX6" fmla="*/ 0 w 1004739"/>
                  <a:gd name="connsiteY6" fmla="*/ 259607 h 4005634"/>
                  <a:gd name="connsiteX7" fmla="*/ 259607 w 1004739"/>
                  <a:gd name="connsiteY7" fmla="*/ 0 h 4005634"/>
                  <a:gd name="connsiteX0" fmla="*/ 259607 w 1004739"/>
                  <a:gd name="connsiteY0" fmla="*/ 0 h 4005634"/>
                  <a:gd name="connsiteX1" fmla="*/ 532481 w 1004739"/>
                  <a:gd name="connsiteY1" fmla="*/ 0 h 4005634"/>
                  <a:gd name="connsiteX2" fmla="*/ 792088 w 1004739"/>
                  <a:gd name="connsiteY2" fmla="*/ 259607 h 4005634"/>
                  <a:gd name="connsiteX3" fmla="*/ 792090 w 1004739"/>
                  <a:gd name="connsiteY3" fmla="*/ 4005634 h 4005634"/>
                  <a:gd name="connsiteX4" fmla="*/ 1004739 w 1004739"/>
                  <a:gd name="connsiteY4" fmla="*/ 3941839 h 4005634"/>
                  <a:gd name="connsiteX5" fmla="*/ 10633 w 1004739"/>
                  <a:gd name="connsiteY5" fmla="*/ 3101867 h 4005634"/>
                  <a:gd name="connsiteX6" fmla="*/ 0 w 1004739"/>
                  <a:gd name="connsiteY6" fmla="*/ 259607 h 4005634"/>
                  <a:gd name="connsiteX7" fmla="*/ 259607 w 1004739"/>
                  <a:gd name="connsiteY7" fmla="*/ 0 h 4005634"/>
                  <a:gd name="connsiteX0" fmla="*/ 259607 w 1004739"/>
                  <a:gd name="connsiteY0" fmla="*/ 0 h 4016266"/>
                  <a:gd name="connsiteX1" fmla="*/ 532481 w 1004739"/>
                  <a:gd name="connsiteY1" fmla="*/ 0 h 4016266"/>
                  <a:gd name="connsiteX2" fmla="*/ 792088 w 1004739"/>
                  <a:gd name="connsiteY2" fmla="*/ 259607 h 4016266"/>
                  <a:gd name="connsiteX3" fmla="*/ 802725 w 1004739"/>
                  <a:gd name="connsiteY3" fmla="*/ 4016266 h 4016266"/>
                  <a:gd name="connsiteX4" fmla="*/ 1004739 w 1004739"/>
                  <a:gd name="connsiteY4" fmla="*/ 3941839 h 4016266"/>
                  <a:gd name="connsiteX5" fmla="*/ 10633 w 1004739"/>
                  <a:gd name="connsiteY5" fmla="*/ 3101867 h 4016266"/>
                  <a:gd name="connsiteX6" fmla="*/ 0 w 1004739"/>
                  <a:gd name="connsiteY6" fmla="*/ 259607 h 4016266"/>
                  <a:gd name="connsiteX7" fmla="*/ 259607 w 1004739"/>
                  <a:gd name="connsiteY7" fmla="*/ 0 h 4016266"/>
                  <a:gd name="connsiteX0" fmla="*/ 259607 w 1040242"/>
                  <a:gd name="connsiteY0" fmla="*/ 0 h 3941839"/>
                  <a:gd name="connsiteX1" fmla="*/ 532481 w 1040242"/>
                  <a:gd name="connsiteY1" fmla="*/ 0 h 3941839"/>
                  <a:gd name="connsiteX2" fmla="*/ 792088 w 1040242"/>
                  <a:gd name="connsiteY2" fmla="*/ 259607 h 3941839"/>
                  <a:gd name="connsiteX3" fmla="*/ 1004739 w 1040242"/>
                  <a:gd name="connsiteY3" fmla="*/ 3941839 h 3941839"/>
                  <a:gd name="connsiteX4" fmla="*/ 10633 w 1040242"/>
                  <a:gd name="connsiteY4" fmla="*/ 3101867 h 3941839"/>
                  <a:gd name="connsiteX5" fmla="*/ 0 w 1040242"/>
                  <a:gd name="connsiteY5" fmla="*/ 259607 h 3941839"/>
                  <a:gd name="connsiteX6" fmla="*/ 259607 w 1040242"/>
                  <a:gd name="connsiteY6" fmla="*/ 0 h 3941839"/>
                  <a:gd name="connsiteX0" fmla="*/ 259607 w 1384020"/>
                  <a:gd name="connsiteY0" fmla="*/ 0 h 3984369"/>
                  <a:gd name="connsiteX1" fmla="*/ 532481 w 1384020"/>
                  <a:gd name="connsiteY1" fmla="*/ 0 h 3984369"/>
                  <a:gd name="connsiteX2" fmla="*/ 792088 w 1384020"/>
                  <a:gd name="connsiteY2" fmla="*/ 259607 h 3984369"/>
                  <a:gd name="connsiteX3" fmla="*/ 1366248 w 1384020"/>
                  <a:gd name="connsiteY3" fmla="*/ 3984369 h 3984369"/>
                  <a:gd name="connsiteX4" fmla="*/ 10633 w 1384020"/>
                  <a:gd name="connsiteY4" fmla="*/ 3101867 h 3984369"/>
                  <a:gd name="connsiteX5" fmla="*/ 0 w 1384020"/>
                  <a:gd name="connsiteY5" fmla="*/ 259607 h 3984369"/>
                  <a:gd name="connsiteX6" fmla="*/ 259607 w 1384020"/>
                  <a:gd name="connsiteY6" fmla="*/ 0 h 3984369"/>
                  <a:gd name="connsiteX0" fmla="*/ 259607 w 1128565"/>
                  <a:gd name="connsiteY0" fmla="*/ 0 h 4016267"/>
                  <a:gd name="connsiteX1" fmla="*/ 532481 w 1128565"/>
                  <a:gd name="connsiteY1" fmla="*/ 0 h 4016267"/>
                  <a:gd name="connsiteX2" fmla="*/ 792088 w 1128565"/>
                  <a:gd name="connsiteY2" fmla="*/ 259607 h 4016267"/>
                  <a:gd name="connsiteX3" fmla="*/ 1100436 w 1128565"/>
                  <a:gd name="connsiteY3" fmla="*/ 4016267 h 4016267"/>
                  <a:gd name="connsiteX4" fmla="*/ 10633 w 1128565"/>
                  <a:gd name="connsiteY4" fmla="*/ 3101867 h 4016267"/>
                  <a:gd name="connsiteX5" fmla="*/ 0 w 1128565"/>
                  <a:gd name="connsiteY5" fmla="*/ 259607 h 4016267"/>
                  <a:gd name="connsiteX6" fmla="*/ 259607 w 1128565"/>
                  <a:gd name="connsiteY6" fmla="*/ 0 h 4016267"/>
                  <a:gd name="connsiteX0" fmla="*/ 259607 w 1128565"/>
                  <a:gd name="connsiteY0" fmla="*/ 0 h 4016267"/>
                  <a:gd name="connsiteX1" fmla="*/ 532481 w 1128565"/>
                  <a:gd name="connsiteY1" fmla="*/ 0 h 4016267"/>
                  <a:gd name="connsiteX2" fmla="*/ 792088 w 1128565"/>
                  <a:gd name="connsiteY2" fmla="*/ 259607 h 4016267"/>
                  <a:gd name="connsiteX3" fmla="*/ 1100436 w 1128565"/>
                  <a:gd name="connsiteY3" fmla="*/ 4016267 h 4016267"/>
                  <a:gd name="connsiteX4" fmla="*/ 10633 w 1128565"/>
                  <a:gd name="connsiteY4" fmla="*/ 3101867 h 4016267"/>
                  <a:gd name="connsiteX5" fmla="*/ 0 w 1128565"/>
                  <a:gd name="connsiteY5" fmla="*/ 259607 h 4016267"/>
                  <a:gd name="connsiteX6" fmla="*/ 259607 w 1128565"/>
                  <a:gd name="connsiteY6" fmla="*/ 0 h 4016267"/>
                  <a:gd name="connsiteX0" fmla="*/ 259607 w 1148583"/>
                  <a:gd name="connsiteY0" fmla="*/ 0 h 3963104"/>
                  <a:gd name="connsiteX1" fmla="*/ 532481 w 1148583"/>
                  <a:gd name="connsiteY1" fmla="*/ 0 h 3963104"/>
                  <a:gd name="connsiteX2" fmla="*/ 792088 w 1148583"/>
                  <a:gd name="connsiteY2" fmla="*/ 259607 h 3963104"/>
                  <a:gd name="connsiteX3" fmla="*/ 1121701 w 1148583"/>
                  <a:gd name="connsiteY3" fmla="*/ 3963104 h 3963104"/>
                  <a:gd name="connsiteX4" fmla="*/ 10633 w 1148583"/>
                  <a:gd name="connsiteY4" fmla="*/ 3101867 h 3963104"/>
                  <a:gd name="connsiteX5" fmla="*/ 0 w 1148583"/>
                  <a:gd name="connsiteY5" fmla="*/ 259607 h 3963104"/>
                  <a:gd name="connsiteX6" fmla="*/ 259607 w 1148583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180707"/>
                  <a:gd name="connsiteY0" fmla="*/ 0 h 3963104"/>
                  <a:gd name="connsiteX1" fmla="*/ 564605 w 1180707"/>
                  <a:gd name="connsiteY1" fmla="*/ 0 h 3963104"/>
                  <a:gd name="connsiteX2" fmla="*/ 824212 w 1180707"/>
                  <a:gd name="connsiteY2" fmla="*/ 259607 h 3963104"/>
                  <a:gd name="connsiteX3" fmla="*/ 1153825 w 1180707"/>
                  <a:gd name="connsiteY3" fmla="*/ 3963104 h 3963104"/>
                  <a:gd name="connsiteX4" fmla="*/ 228 w 1180707"/>
                  <a:gd name="connsiteY4" fmla="*/ 2867951 h 3963104"/>
                  <a:gd name="connsiteX5" fmla="*/ 32124 w 1180707"/>
                  <a:gd name="connsiteY5" fmla="*/ 259607 h 3963104"/>
                  <a:gd name="connsiteX6" fmla="*/ 291731 w 1180707"/>
                  <a:gd name="connsiteY6" fmla="*/ 0 h 3963104"/>
                  <a:gd name="connsiteX0" fmla="*/ 291731 w 1210113"/>
                  <a:gd name="connsiteY0" fmla="*/ 0 h 3963640"/>
                  <a:gd name="connsiteX1" fmla="*/ 564605 w 1210113"/>
                  <a:gd name="connsiteY1" fmla="*/ 0 h 3963640"/>
                  <a:gd name="connsiteX2" fmla="*/ 824212 w 1210113"/>
                  <a:gd name="connsiteY2" fmla="*/ 259607 h 3963640"/>
                  <a:gd name="connsiteX3" fmla="*/ 1153825 w 1210113"/>
                  <a:gd name="connsiteY3" fmla="*/ 3963104 h 3963640"/>
                  <a:gd name="connsiteX4" fmla="*/ 228 w 1210113"/>
                  <a:gd name="connsiteY4" fmla="*/ 2867951 h 3963640"/>
                  <a:gd name="connsiteX5" fmla="*/ 32124 w 1210113"/>
                  <a:gd name="connsiteY5" fmla="*/ 259607 h 3963640"/>
                  <a:gd name="connsiteX6" fmla="*/ 291731 w 1210113"/>
                  <a:gd name="connsiteY6" fmla="*/ 0 h 3963640"/>
                  <a:gd name="connsiteX0" fmla="*/ 291731 w 1202597"/>
                  <a:gd name="connsiteY0" fmla="*/ 0 h 3963104"/>
                  <a:gd name="connsiteX1" fmla="*/ 564605 w 1202597"/>
                  <a:gd name="connsiteY1" fmla="*/ 0 h 3963104"/>
                  <a:gd name="connsiteX2" fmla="*/ 824212 w 1202597"/>
                  <a:gd name="connsiteY2" fmla="*/ 259607 h 3963104"/>
                  <a:gd name="connsiteX3" fmla="*/ 865240 w 1202597"/>
                  <a:gd name="connsiteY3" fmla="*/ 2853423 h 3963104"/>
                  <a:gd name="connsiteX4" fmla="*/ 1153825 w 1202597"/>
                  <a:gd name="connsiteY4" fmla="*/ 3963104 h 3963104"/>
                  <a:gd name="connsiteX5" fmla="*/ 228 w 1202597"/>
                  <a:gd name="connsiteY5" fmla="*/ 2867951 h 3963104"/>
                  <a:gd name="connsiteX6" fmla="*/ 32124 w 1202597"/>
                  <a:gd name="connsiteY6" fmla="*/ 259607 h 3963104"/>
                  <a:gd name="connsiteX7" fmla="*/ 291731 w 1202597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53423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53423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5100"/>
                  <a:gd name="connsiteY0" fmla="*/ 0 h 3963104"/>
                  <a:gd name="connsiteX1" fmla="*/ 564605 w 1195100"/>
                  <a:gd name="connsiteY1" fmla="*/ 0 h 3963104"/>
                  <a:gd name="connsiteX2" fmla="*/ 824212 w 1195100"/>
                  <a:gd name="connsiteY2" fmla="*/ 259607 h 3963104"/>
                  <a:gd name="connsiteX3" fmla="*/ 833342 w 1195100"/>
                  <a:gd name="connsiteY3" fmla="*/ 2864055 h 3963104"/>
                  <a:gd name="connsiteX4" fmla="*/ 1153825 w 1195100"/>
                  <a:gd name="connsiteY4" fmla="*/ 3963104 h 3963104"/>
                  <a:gd name="connsiteX5" fmla="*/ 228 w 1195100"/>
                  <a:gd name="connsiteY5" fmla="*/ 2867951 h 3963104"/>
                  <a:gd name="connsiteX6" fmla="*/ 32124 w 1195100"/>
                  <a:gd name="connsiteY6" fmla="*/ 259607 h 3963104"/>
                  <a:gd name="connsiteX7" fmla="*/ 291731 w 1195100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7202"/>
                  <a:gd name="connsiteY0" fmla="*/ 0 h 3963104"/>
                  <a:gd name="connsiteX1" fmla="*/ 564605 w 1197202"/>
                  <a:gd name="connsiteY1" fmla="*/ 0 h 3963104"/>
                  <a:gd name="connsiteX2" fmla="*/ 824212 w 1197202"/>
                  <a:gd name="connsiteY2" fmla="*/ 259607 h 3963104"/>
                  <a:gd name="connsiteX3" fmla="*/ 865240 w 1197202"/>
                  <a:gd name="connsiteY3" fmla="*/ 2864055 h 3963104"/>
                  <a:gd name="connsiteX4" fmla="*/ 1153825 w 1197202"/>
                  <a:gd name="connsiteY4" fmla="*/ 3963104 h 3963104"/>
                  <a:gd name="connsiteX5" fmla="*/ 228 w 1197202"/>
                  <a:gd name="connsiteY5" fmla="*/ 2867951 h 3963104"/>
                  <a:gd name="connsiteX6" fmla="*/ 32124 w 1197202"/>
                  <a:gd name="connsiteY6" fmla="*/ 259607 h 3963104"/>
                  <a:gd name="connsiteX7" fmla="*/ 291731 w 1197202"/>
                  <a:gd name="connsiteY7" fmla="*/ 0 h 3963104"/>
                  <a:gd name="connsiteX0" fmla="*/ 291731 w 1195777"/>
                  <a:gd name="connsiteY0" fmla="*/ 0 h 3963104"/>
                  <a:gd name="connsiteX1" fmla="*/ 564605 w 1195777"/>
                  <a:gd name="connsiteY1" fmla="*/ 0 h 3963104"/>
                  <a:gd name="connsiteX2" fmla="*/ 824212 w 1195777"/>
                  <a:gd name="connsiteY2" fmla="*/ 259607 h 3963104"/>
                  <a:gd name="connsiteX3" fmla="*/ 843975 w 1195777"/>
                  <a:gd name="connsiteY3" fmla="*/ 2832157 h 3963104"/>
                  <a:gd name="connsiteX4" fmla="*/ 1153825 w 1195777"/>
                  <a:gd name="connsiteY4" fmla="*/ 3963104 h 3963104"/>
                  <a:gd name="connsiteX5" fmla="*/ 228 w 1195777"/>
                  <a:gd name="connsiteY5" fmla="*/ 2867951 h 3963104"/>
                  <a:gd name="connsiteX6" fmla="*/ 32124 w 1195777"/>
                  <a:gd name="connsiteY6" fmla="*/ 259607 h 3963104"/>
                  <a:gd name="connsiteX7" fmla="*/ 291731 w 1195777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4715"/>
                  <a:gd name="connsiteY0" fmla="*/ 0 h 3963104"/>
                  <a:gd name="connsiteX1" fmla="*/ 564605 w 1194715"/>
                  <a:gd name="connsiteY1" fmla="*/ 0 h 3963104"/>
                  <a:gd name="connsiteX2" fmla="*/ 824212 w 1194715"/>
                  <a:gd name="connsiteY2" fmla="*/ 259607 h 3963104"/>
                  <a:gd name="connsiteX3" fmla="*/ 827147 w 1194715"/>
                  <a:gd name="connsiteY3" fmla="*/ 2820937 h 3963104"/>
                  <a:gd name="connsiteX4" fmla="*/ 1153825 w 1194715"/>
                  <a:gd name="connsiteY4" fmla="*/ 3963104 h 3963104"/>
                  <a:gd name="connsiteX5" fmla="*/ 228 w 1194715"/>
                  <a:gd name="connsiteY5" fmla="*/ 2867951 h 3963104"/>
                  <a:gd name="connsiteX6" fmla="*/ 32124 w 1194715"/>
                  <a:gd name="connsiteY6" fmla="*/ 259607 h 3963104"/>
                  <a:gd name="connsiteX7" fmla="*/ 291731 w 1194715"/>
                  <a:gd name="connsiteY7" fmla="*/ 0 h 3963104"/>
                  <a:gd name="connsiteX0" fmla="*/ 291731 w 1193379"/>
                  <a:gd name="connsiteY0" fmla="*/ 0 h 3963104"/>
                  <a:gd name="connsiteX1" fmla="*/ 564605 w 1193379"/>
                  <a:gd name="connsiteY1" fmla="*/ 0 h 3963104"/>
                  <a:gd name="connsiteX2" fmla="*/ 824212 w 1193379"/>
                  <a:gd name="connsiteY2" fmla="*/ 259607 h 3963104"/>
                  <a:gd name="connsiteX3" fmla="*/ 804710 w 1193379"/>
                  <a:gd name="connsiteY3" fmla="*/ 2820937 h 3963104"/>
                  <a:gd name="connsiteX4" fmla="*/ 1153825 w 1193379"/>
                  <a:gd name="connsiteY4" fmla="*/ 3963104 h 3963104"/>
                  <a:gd name="connsiteX5" fmla="*/ 228 w 1193379"/>
                  <a:gd name="connsiteY5" fmla="*/ 2867951 h 3963104"/>
                  <a:gd name="connsiteX6" fmla="*/ 32124 w 1193379"/>
                  <a:gd name="connsiteY6" fmla="*/ 259607 h 3963104"/>
                  <a:gd name="connsiteX7" fmla="*/ 291731 w 1193379"/>
                  <a:gd name="connsiteY7" fmla="*/ 0 h 3963104"/>
                  <a:gd name="connsiteX0" fmla="*/ 291731 w 1193379"/>
                  <a:gd name="connsiteY0" fmla="*/ 0 h 3963104"/>
                  <a:gd name="connsiteX1" fmla="*/ 564605 w 1193379"/>
                  <a:gd name="connsiteY1" fmla="*/ 0 h 3963104"/>
                  <a:gd name="connsiteX2" fmla="*/ 824212 w 1193379"/>
                  <a:gd name="connsiteY2" fmla="*/ 259607 h 3963104"/>
                  <a:gd name="connsiteX3" fmla="*/ 804710 w 1193379"/>
                  <a:gd name="connsiteY3" fmla="*/ 2820937 h 3963104"/>
                  <a:gd name="connsiteX4" fmla="*/ 1153825 w 1193379"/>
                  <a:gd name="connsiteY4" fmla="*/ 3963104 h 3963104"/>
                  <a:gd name="connsiteX5" fmla="*/ 228 w 1193379"/>
                  <a:gd name="connsiteY5" fmla="*/ 2867951 h 3963104"/>
                  <a:gd name="connsiteX6" fmla="*/ 32124 w 1193379"/>
                  <a:gd name="connsiteY6" fmla="*/ 259607 h 3963104"/>
                  <a:gd name="connsiteX7" fmla="*/ 291731 w 1193379"/>
                  <a:gd name="connsiteY7" fmla="*/ 0 h 3963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93379" h="3963104">
                    <a:moveTo>
                      <a:pt x="291731" y="0"/>
                    </a:moveTo>
                    <a:lnTo>
                      <a:pt x="564605" y="0"/>
                    </a:lnTo>
                    <a:cubicBezTo>
                      <a:pt x="707982" y="0"/>
                      <a:pt x="824212" y="116230"/>
                      <a:pt x="824212" y="259607"/>
                    </a:cubicBezTo>
                    <a:cubicBezTo>
                      <a:pt x="812311" y="1450613"/>
                      <a:pt x="789639" y="1742312"/>
                      <a:pt x="804710" y="2820937"/>
                    </a:cubicBezTo>
                    <a:cubicBezTo>
                      <a:pt x="785221" y="3416922"/>
                      <a:pt x="1344067" y="3958911"/>
                      <a:pt x="1153825" y="3963104"/>
                    </a:cubicBezTo>
                    <a:cubicBezTo>
                      <a:pt x="691323" y="3853235"/>
                      <a:pt x="5536" y="3498816"/>
                      <a:pt x="228" y="2867951"/>
                    </a:cubicBezTo>
                    <a:cubicBezTo>
                      <a:pt x="-3316" y="1920531"/>
                      <a:pt x="35668" y="1207027"/>
                      <a:pt x="32124" y="259607"/>
                    </a:cubicBezTo>
                    <a:cubicBezTo>
                      <a:pt x="32124" y="116230"/>
                      <a:pt x="148354" y="0"/>
                      <a:pt x="29173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8" name="Round Same Side Corner Rectangle 6">
                <a:extLst>
                  <a:ext uri="{FF2B5EF4-FFF2-40B4-BE49-F238E27FC236}">
                    <a16:creationId xmlns:a16="http://schemas.microsoft.com/office/drawing/2014/main" xmlns="" id="{1B97F382-F14A-4396-9572-814AC9894D76}"/>
                  </a:ext>
                </a:extLst>
              </p:cNvPr>
              <p:cNvSpPr/>
              <p:nvPr/>
            </p:nvSpPr>
            <p:spPr>
              <a:xfrm rot="10800000">
                <a:off x="3313887" y="2197644"/>
                <a:ext cx="970080" cy="3202984"/>
              </a:xfrm>
              <a:custGeom>
                <a:avLst/>
                <a:gdLst>
                  <a:gd name="connsiteX0" fmla="*/ 387196 w 792088"/>
                  <a:gd name="connsiteY0" fmla="*/ 0 h 2736304"/>
                  <a:gd name="connsiteX1" fmla="*/ 404892 w 792088"/>
                  <a:gd name="connsiteY1" fmla="*/ 0 h 2736304"/>
                  <a:gd name="connsiteX2" fmla="*/ 792088 w 792088"/>
                  <a:gd name="connsiteY2" fmla="*/ 387196 h 2736304"/>
                  <a:gd name="connsiteX3" fmla="*/ 792088 w 792088"/>
                  <a:gd name="connsiteY3" fmla="*/ 2736304 h 2736304"/>
                  <a:gd name="connsiteX4" fmla="*/ 792088 w 792088"/>
                  <a:gd name="connsiteY4" fmla="*/ 2736304 h 2736304"/>
                  <a:gd name="connsiteX5" fmla="*/ 0 w 792088"/>
                  <a:gd name="connsiteY5" fmla="*/ 2736304 h 2736304"/>
                  <a:gd name="connsiteX6" fmla="*/ 0 w 792088"/>
                  <a:gd name="connsiteY6" fmla="*/ 2736304 h 2736304"/>
                  <a:gd name="connsiteX7" fmla="*/ 0 w 792088"/>
                  <a:gd name="connsiteY7" fmla="*/ 387196 h 2736304"/>
                  <a:gd name="connsiteX8" fmla="*/ 387196 w 792088"/>
                  <a:gd name="connsiteY8" fmla="*/ 0 h 2736304"/>
                  <a:gd name="connsiteX0" fmla="*/ 397829 w 792088"/>
                  <a:gd name="connsiteY0" fmla="*/ 0 h 3236034"/>
                  <a:gd name="connsiteX1" fmla="*/ 404892 w 792088"/>
                  <a:gd name="connsiteY1" fmla="*/ 499730 h 3236034"/>
                  <a:gd name="connsiteX2" fmla="*/ 792088 w 792088"/>
                  <a:gd name="connsiteY2" fmla="*/ 886926 h 3236034"/>
                  <a:gd name="connsiteX3" fmla="*/ 792088 w 792088"/>
                  <a:gd name="connsiteY3" fmla="*/ 3236034 h 3236034"/>
                  <a:gd name="connsiteX4" fmla="*/ 792088 w 792088"/>
                  <a:gd name="connsiteY4" fmla="*/ 3236034 h 3236034"/>
                  <a:gd name="connsiteX5" fmla="*/ 0 w 792088"/>
                  <a:gd name="connsiteY5" fmla="*/ 3236034 h 3236034"/>
                  <a:gd name="connsiteX6" fmla="*/ 0 w 792088"/>
                  <a:gd name="connsiteY6" fmla="*/ 3236034 h 3236034"/>
                  <a:gd name="connsiteX7" fmla="*/ 0 w 792088"/>
                  <a:gd name="connsiteY7" fmla="*/ 886926 h 3236034"/>
                  <a:gd name="connsiteX8" fmla="*/ 397829 w 792088"/>
                  <a:gd name="connsiteY8" fmla="*/ 0 h 3236034"/>
                  <a:gd name="connsiteX0" fmla="*/ 397829 w 792088"/>
                  <a:gd name="connsiteY0" fmla="*/ 0 h 3236034"/>
                  <a:gd name="connsiteX1" fmla="*/ 404892 w 792088"/>
                  <a:gd name="connsiteY1" fmla="*/ 499730 h 3236034"/>
                  <a:gd name="connsiteX2" fmla="*/ 792088 w 792088"/>
                  <a:gd name="connsiteY2" fmla="*/ 886926 h 3236034"/>
                  <a:gd name="connsiteX3" fmla="*/ 792088 w 792088"/>
                  <a:gd name="connsiteY3" fmla="*/ 3236034 h 3236034"/>
                  <a:gd name="connsiteX4" fmla="*/ 792088 w 792088"/>
                  <a:gd name="connsiteY4" fmla="*/ 3236034 h 3236034"/>
                  <a:gd name="connsiteX5" fmla="*/ 0 w 792088"/>
                  <a:gd name="connsiteY5" fmla="*/ 3236034 h 3236034"/>
                  <a:gd name="connsiteX6" fmla="*/ 0 w 792088"/>
                  <a:gd name="connsiteY6" fmla="*/ 3236034 h 3236034"/>
                  <a:gd name="connsiteX7" fmla="*/ 0 w 792088"/>
                  <a:gd name="connsiteY7" fmla="*/ 886926 h 3236034"/>
                  <a:gd name="connsiteX8" fmla="*/ 397829 w 792088"/>
                  <a:gd name="connsiteY8" fmla="*/ 0 h 3236034"/>
                  <a:gd name="connsiteX0" fmla="*/ 397829 w 898729"/>
                  <a:gd name="connsiteY0" fmla="*/ 0 h 3236034"/>
                  <a:gd name="connsiteX1" fmla="*/ 755766 w 898729"/>
                  <a:gd name="connsiteY1" fmla="*/ 202018 h 3236034"/>
                  <a:gd name="connsiteX2" fmla="*/ 792088 w 898729"/>
                  <a:gd name="connsiteY2" fmla="*/ 886926 h 3236034"/>
                  <a:gd name="connsiteX3" fmla="*/ 792088 w 898729"/>
                  <a:gd name="connsiteY3" fmla="*/ 3236034 h 3236034"/>
                  <a:gd name="connsiteX4" fmla="*/ 792088 w 898729"/>
                  <a:gd name="connsiteY4" fmla="*/ 3236034 h 3236034"/>
                  <a:gd name="connsiteX5" fmla="*/ 0 w 898729"/>
                  <a:gd name="connsiteY5" fmla="*/ 3236034 h 3236034"/>
                  <a:gd name="connsiteX6" fmla="*/ 0 w 898729"/>
                  <a:gd name="connsiteY6" fmla="*/ 3236034 h 3236034"/>
                  <a:gd name="connsiteX7" fmla="*/ 0 w 898729"/>
                  <a:gd name="connsiteY7" fmla="*/ 886926 h 3236034"/>
                  <a:gd name="connsiteX8" fmla="*/ 397829 w 898729"/>
                  <a:gd name="connsiteY8" fmla="*/ 0 h 3236034"/>
                  <a:gd name="connsiteX0" fmla="*/ 397829 w 901981"/>
                  <a:gd name="connsiteY0" fmla="*/ 0 h 3236034"/>
                  <a:gd name="connsiteX1" fmla="*/ 755766 w 901981"/>
                  <a:gd name="connsiteY1" fmla="*/ 202018 h 3236034"/>
                  <a:gd name="connsiteX2" fmla="*/ 802721 w 901981"/>
                  <a:gd name="connsiteY2" fmla="*/ 1099577 h 3236034"/>
                  <a:gd name="connsiteX3" fmla="*/ 792088 w 901981"/>
                  <a:gd name="connsiteY3" fmla="*/ 3236034 h 3236034"/>
                  <a:gd name="connsiteX4" fmla="*/ 792088 w 901981"/>
                  <a:gd name="connsiteY4" fmla="*/ 3236034 h 3236034"/>
                  <a:gd name="connsiteX5" fmla="*/ 0 w 901981"/>
                  <a:gd name="connsiteY5" fmla="*/ 3236034 h 3236034"/>
                  <a:gd name="connsiteX6" fmla="*/ 0 w 901981"/>
                  <a:gd name="connsiteY6" fmla="*/ 3236034 h 3236034"/>
                  <a:gd name="connsiteX7" fmla="*/ 0 w 901981"/>
                  <a:gd name="connsiteY7" fmla="*/ 886926 h 3236034"/>
                  <a:gd name="connsiteX8" fmla="*/ 397829 w 901981"/>
                  <a:gd name="connsiteY8" fmla="*/ 0 h 3236034"/>
                  <a:gd name="connsiteX0" fmla="*/ 397829 w 951558"/>
                  <a:gd name="connsiteY0" fmla="*/ 0 h 3236034"/>
                  <a:gd name="connsiteX1" fmla="*/ 755766 w 951558"/>
                  <a:gd name="connsiteY1" fmla="*/ 202018 h 3236034"/>
                  <a:gd name="connsiteX2" fmla="*/ 802721 w 951558"/>
                  <a:gd name="connsiteY2" fmla="*/ 1099577 h 3236034"/>
                  <a:gd name="connsiteX3" fmla="*/ 792088 w 951558"/>
                  <a:gd name="connsiteY3" fmla="*/ 3236034 h 3236034"/>
                  <a:gd name="connsiteX4" fmla="*/ 792088 w 951558"/>
                  <a:gd name="connsiteY4" fmla="*/ 3236034 h 3236034"/>
                  <a:gd name="connsiteX5" fmla="*/ 0 w 951558"/>
                  <a:gd name="connsiteY5" fmla="*/ 3236034 h 3236034"/>
                  <a:gd name="connsiteX6" fmla="*/ 0 w 951558"/>
                  <a:gd name="connsiteY6" fmla="*/ 3236034 h 3236034"/>
                  <a:gd name="connsiteX7" fmla="*/ 0 w 951558"/>
                  <a:gd name="connsiteY7" fmla="*/ 886926 h 3236034"/>
                  <a:gd name="connsiteX8" fmla="*/ 397829 w 951558"/>
                  <a:gd name="connsiteY8" fmla="*/ 0 h 3236034"/>
                  <a:gd name="connsiteX0" fmla="*/ 397829 w 1016715"/>
                  <a:gd name="connsiteY0" fmla="*/ 0 h 3236034"/>
                  <a:gd name="connsiteX1" fmla="*/ 862091 w 1016715"/>
                  <a:gd name="connsiteY1" fmla="*/ 191385 h 3236034"/>
                  <a:gd name="connsiteX2" fmla="*/ 802721 w 1016715"/>
                  <a:gd name="connsiteY2" fmla="*/ 1099577 h 3236034"/>
                  <a:gd name="connsiteX3" fmla="*/ 792088 w 1016715"/>
                  <a:gd name="connsiteY3" fmla="*/ 3236034 h 3236034"/>
                  <a:gd name="connsiteX4" fmla="*/ 792088 w 1016715"/>
                  <a:gd name="connsiteY4" fmla="*/ 3236034 h 3236034"/>
                  <a:gd name="connsiteX5" fmla="*/ 0 w 1016715"/>
                  <a:gd name="connsiteY5" fmla="*/ 3236034 h 3236034"/>
                  <a:gd name="connsiteX6" fmla="*/ 0 w 1016715"/>
                  <a:gd name="connsiteY6" fmla="*/ 3236034 h 3236034"/>
                  <a:gd name="connsiteX7" fmla="*/ 0 w 1016715"/>
                  <a:gd name="connsiteY7" fmla="*/ 886926 h 3236034"/>
                  <a:gd name="connsiteX8" fmla="*/ 397829 w 1016715"/>
                  <a:gd name="connsiteY8" fmla="*/ 0 h 3236034"/>
                  <a:gd name="connsiteX0" fmla="*/ 397829 w 1016715"/>
                  <a:gd name="connsiteY0" fmla="*/ 0 h 3236034"/>
                  <a:gd name="connsiteX1" fmla="*/ 862091 w 1016715"/>
                  <a:gd name="connsiteY1" fmla="*/ 191385 h 3236034"/>
                  <a:gd name="connsiteX2" fmla="*/ 802721 w 1016715"/>
                  <a:gd name="connsiteY2" fmla="*/ 1099577 h 3236034"/>
                  <a:gd name="connsiteX3" fmla="*/ 792088 w 1016715"/>
                  <a:gd name="connsiteY3" fmla="*/ 3236034 h 3236034"/>
                  <a:gd name="connsiteX4" fmla="*/ 792088 w 1016715"/>
                  <a:gd name="connsiteY4" fmla="*/ 3236034 h 3236034"/>
                  <a:gd name="connsiteX5" fmla="*/ 0 w 1016715"/>
                  <a:gd name="connsiteY5" fmla="*/ 3236034 h 3236034"/>
                  <a:gd name="connsiteX6" fmla="*/ 0 w 1016715"/>
                  <a:gd name="connsiteY6" fmla="*/ 3236034 h 3236034"/>
                  <a:gd name="connsiteX7" fmla="*/ 0 w 1016715"/>
                  <a:gd name="connsiteY7" fmla="*/ 886926 h 3236034"/>
                  <a:gd name="connsiteX8" fmla="*/ 397829 w 1016715"/>
                  <a:gd name="connsiteY8" fmla="*/ 0 h 3236034"/>
                  <a:gd name="connsiteX0" fmla="*/ 397829 w 802721"/>
                  <a:gd name="connsiteY0" fmla="*/ 0 h 3236034"/>
                  <a:gd name="connsiteX1" fmla="*/ 802721 w 802721"/>
                  <a:gd name="connsiteY1" fmla="*/ 1099577 h 3236034"/>
                  <a:gd name="connsiteX2" fmla="*/ 792088 w 802721"/>
                  <a:gd name="connsiteY2" fmla="*/ 3236034 h 3236034"/>
                  <a:gd name="connsiteX3" fmla="*/ 792088 w 802721"/>
                  <a:gd name="connsiteY3" fmla="*/ 3236034 h 3236034"/>
                  <a:gd name="connsiteX4" fmla="*/ 0 w 802721"/>
                  <a:gd name="connsiteY4" fmla="*/ 3236034 h 3236034"/>
                  <a:gd name="connsiteX5" fmla="*/ 0 w 802721"/>
                  <a:gd name="connsiteY5" fmla="*/ 3236034 h 3236034"/>
                  <a:gd name="connsiteX6" fmla="*/ 0 w 802721"/>
                  <a:gd name="connsiteY6" fmla="*/ 886926 h 3236034"/>
                  <a:gd name="connsiteX7" fmla="*/ 397829 w 802721"/>
                  <a:gd name="connsiteY7" fmla="*/ 0 h 3236034"/>
                  <a:gd name="connsiteX0" fmla="*/ 397829 w 1062933"/>
                  <a:gd name="connsiteY0" fmla="*/ 0 h 3236034"/>
                  <a:gd name="connsiteX1" fmla="*/ 802721 w 1062933"/>
                  <a:gd name="connsiteY1" fmla="*/ 1099577 h 3236034"/>
                  <a:gd name="connsiteX2" fmla="*/ 792088 w 1062933"/>
                  <a:gd name="connsiteY2" fmla="*/ 3236034 h 3236034"/>
                  <a:gd name="connsiteX3" fmla="*/ 792088 w 1062933"/>
                  <a:gd name="connsiteY3" fmla="*/ 3236034 h 3236034"/>
                  <a:gd name="connsiteX4" fmla="*/ 0 w 1062933"/>
                  <a:gd name="connsiteY4" fmla="*/ 3236034 h 3236034"/>
                  <a:gd name="connsiteX5" fmla="*/ 0 w 1062933"/>
                  <a:gd name="connsiteY5" fmla="*/ 3236034 h 3236034"/>
                  <a:gd name="connsiteX6" fmla="*/ 0 w 1062933"/>
                  <a:gd name="connsiteY6" fmla="*/ 886926 h 3236034"/>
                  <a:gd name="connsiteX7" fmla="*/ 397829 w 1062933"/>
                  <a:gd name="connsiteY7" fmla="*/ 0 h 3236034"/>
                  <a:gd name="connsiteX0" fmla="*/ 397829 w 1062933"/>
                  <a:gd name="connsiteY0" fmla="*/ 0 h 3236034"/>
                  <a:gd name="connsiteX1" fmla="*/ 802721 w 1062933"/>
                  <a:gd name="connsiteY1" fmla="*/ 1099577 h 3236034"/>
                  <a:gd name="connsiteX2" fmla="*/ 792088 w 1062933"/>
                  <a:gd name="connsiteY2" fmla="*/ 3236034 h 3236034"/>
                  <a:gd name="connsiteX3" fmla="*/ 792088 w 1062933"/>
                  <a:gd name="connsiteY3" fmla="*/ 3236034 h 3236034"/>
                  <a:gd name="connsiteX4" fmla="*/ 0 w 1062933"/>
                  <a:gd name="connsiteY4" fmla="*/ 3236034 h 3236034"/>
                  <a:gd name="connsiteX5" fmla="*/ 0 w 1062933"/>
                  <a:gd name="connsiteY5" fmla="*/ 3236034 h 3236034"/>
                  <a:gd name="connsiteX6" fmla="*/ 0 w 1062933"/>
                  <a:gd name="connsiteY6" fmla="*/ 886926 h 3236034"/>
                  <a:gd name="connsiteX7" fmla="*/ 397829 w 1062933"/>
                  <a:gd name="connsiteY7" fmla="*/ 0 h 3236034"/>
                  <a:gd name="connsiteX0" fmla="*/ 397829 w 1062933"/>
                  <a:gd name="connsiteY0" fmla="*/ 0 h 3236034"/>
                  <a:gd name="connsiteX1" fmla="*/ 802721 w 1062933"/>
                  <a:gd name="connsiteY1" fmla="*/ 1099577 h 3236034"/>
                  <a:gd name="connsiteX2" fmla="*/ 792088 w 1062933"/>
                  <a:gd name="connsiteY2" fmla="*/ 3236034 h 3236034"/>
                  <a:gd name="connsiteX3" fmla="*/ 792088 w 1062933"/>
                  <a:gd name="connsiteY3" fmla="*/ 3236034 h 3236034"/>
                  <a:gd name="connsiteX4" fmla="*/ 0 w 1062933"/>
                  <a:gd name="connsiteY4" fmla="*/ 3236034 h 3236034"/>
                  <a:gd name="connsiteX5" fmla="*/ 0 w 1062933"/>
                  <a:gd name="connsiteY5" fmla="*/ 3236034 h 3236034"/>
                  <a:gd name="connsiteX6" fmla="*/ 0 w 1062933"/>
                  <a:gd name="connsiteY6" fmla="*/ 886926 h 3236034"/>
                  <a:gd name="connsiteX7" fmla="*/ 397829 w 1062933"/>
                  <a:gd name="connsiteY7" fmla="*/ 0 h 3236034"/>
                  <a:gd name="connsiteX0" fmla="*/ 397829 w 1117407"/>
                  <a:gd name="connsiteY0" fmla="*/ 0 h 3236034"/>
                  <a:gd name="connsiteX1" fmla="*/ 802721 w 1117407"/>
                  <a:gd name="connsiteY1" fmla="*/ 1099577 h 3236034"/>
                  <a:gd name="connsiteX2" fmla="*/ 792088 w 1117407"/>
                  <a:gd name="connsiteY2" fmla="*/ 3236034 h 3236034"/>
                  <a:gd name="connsiteX3" fmla="*/ 792088 w 1117407"/>
                  <a:gd name="connsiteY3" fmla="*/ 3236034 h 3236034"/>
                  <a:gd name="connsiteX4" fmla="*/ 0 w 1117407"/>
                  <a:gd name="connsiteY4" fmla="*/ 3236034 h 3236034"/>
                  <a:gd name="connsiteX5" fmla="*/ 0 w 1117407"/>
                  <a:gd name="connsiteY5" fmla="*/ 3236034 h 3236034"/>
                  <a:gd name="connsiteX6" fmla="*/ 0 w 1117407"/>
                  <a:gd name="connsiteY6" fmla="*/ 886926 h 3236034"/>
                  <a:gd name="connsiteX7" fmla="*/ 397829 w 1117407"/>
                  <a:gd name="connsiteY7" fmla="*/ 0 h 3236034"/>
                  <a:gd name="connsiteX0" fmla="*/ 397829 w 1125562"/>
                  <a:gd name="connsiteY0" fmla="*/ 0 h 3236034"/>
                  <a:gd name="connsiteX1" fmla="*/ 813354 w 1125562"/>
                  <a:gd name="connsiteY1" fmla="*/ 1344126 h 3236034"/>
                  <a:gd name="connsiteX2" fmla="*/ 792088 w 1125562"/>
                  <a:gd name="connsiteY2" fmla="*/ 3236034 h 3236034"/>
                  <a:gd name="connsiteX3" fmla="*/ 792088 w 1125562"/>
                  <a:gd name="connsiteY3" fmla="*/ 3236034 h 3236034"/>
                  <a:gd name="connsiteX4" fmla="*/ 0 w 1125562"/>
                  <a:gd name="connsiteY4" fmla="*/ 3236034 h 3236034"/>
                  <a:gd name="connsiteX5" fmla="*/ 0 w 1125562"/>
                  <a:gd name="connsiteY5" fmla="*/ 3236034 h 3236034"/>
                  <a:gd name="connsiteX6" fmla="*/ 0 w 1125562"/>
                  <a:gd name="connsiteY6" fmla="*/ 886926 h 3236034"/>
                  <a:gd name="connsiteX7" fmla="*/ 397829 w 1125562"/>
                  <a:gd name="connsiteY7" fmla="*/ 0 h 3236034"/>
                  <a:gd name="connsiteX0" fmla="*/ 397829 w 1109289"/>
                  <a:gd name="connsiteY0" fmla="*/ 0 h 3236034"/>
                  <a:gd name="connsiteX1" fmla="*/ 792089 w 1109289"/>
                  <a:gd name="connsiteY1" fmla="*/ 1312228 h 3236034"/>
                  <a:gd name="connsiteX2" fmla="*/ 792088 w 1109289"/>
                  <a:gd name="connsiteY2" fmla="*/ 3236034 h 3236034"/>
                  <a:gd name="connsiteX3" fmla="*/ 792088 w 1109289"/>
                  <a:gd name="connsiteY3" fmla="*/ 3236034 h 3236034"/>
                  <a:gd name="connsiteX4" fmla="*/ 0 w 1109289"/>
                  <a:gd name="connsiteY4" fmla="*/ 3236034 h 3236034"/>
                  <a:gd name="connsiteX5" fmla="*/ 0 w 1109289"/>
                  <a:gd name="connsiteY5" fmla="*/ 3236034 h 3236034"/>
                  <a:gd name="connsiteX6" fmla="*/ 0 w 1109289"/>
                  <a:gd name="connsiteY6" fmla="*/ 886926 h 3236034"/>
                  <a:gd name="connsiteX7" fmla="*/ 397829 w 1109289"/>
                  <a:gd name="connsiteY7" fmla="*/ 0 h 3236034"/>
                  <a:gd name="connsiteX0" fmla="*/ 397829 w 1076274"/>
                  <a:gd name="connsiteY0" fmla="*/ 0 h 3236034"/>
                  <a:gd name="connsiteX1" fmla="*/ 792089 w 1076274"/>
                  <a:gd name="connsiteY1" fmla="*/ 1312228 h 3236034"/>
                  <a:gd name="connsiteX2" fmla="*/ 792088 w 1076274"/>
                  <a:gd name="connsiteY2" fmla="*/ 3236034 h 3236034"/>
                  <a:gd name="connsiteX3" fmla="*/ 792088 w 1076274"/>
                  <a:gd name="connsiteY3" fmla="*/ 3236034 h 3236034"/>
                  <a:gd name="connsiteX4" fmla="*/ 0 w 1076274"/>
                  <a:gd name="connsiteY4" fmla="*/ 3236034 h 3236034"/>
                  <a:gd name="connsiteX5" fmla="*/ 0 w 1076274"/>
                  <a:gd name="connsiteY5" fmla="*/ 3236034 h 3236034"/>
                  <a:gd name="connsiteX6" fmla="*/ 0 w 1076274"/>
                  <a:gd name="connsiteY6" fmla="*/ 886926 h 3236034"/>
                  <a:gd name="connsiteX7" fmla="*/ 397829 w 1076274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17363"/>
                  <a:gd name="connsiteY0" fmla="*/ 0 h 3236034"/>
                  <a:gd name="connsiteX1" fmla="*/ 845252 w 1117363"/>
                  <a:gd name="connsiteY1" fmla="*/ 1227168 h 3236034"/>
                  <a:gd name="connsiteX2" fmla="*/ 792088 w 1117363"/>
                  <a:gd name="connsiteY2" fmla="*/ 3236034 h 3236034"/>
                  <a:gd name="connsiteX3" fmla="*/ 792088 w 1117363"/>
                  <a:gd name="connsiteY3" fmla="*/ 3236034 h 3236034"/>
                  <a:gd name="connsiteX4" fmla="*/ 0 w 1117363"/>
                  <a:gd name="connsiteY4" fmla="*/ 3236034 h 3236034"/>
                  <a:gd name="connsiteX5" fmla="*/ 0 w 1117363"/>
                  <a:gd name="connsiteY5" fmla="*/ 3236034 h 3236034"/>
                  <a:gd name="connsiteX6" fmla="*/ 0 w 1117363"/>
                  <a:gd name="connsiteY6" fmla="*/ 886926 h 3236034"/>
                  <a:gd name="connsiteX7" fmla="*/ 397829 w 1117363"/>
                  <a:gd name="connsiteY7" fmla="*/ 0 h 3236034"/>
                  <a:gd name="connsiteX0" fmla="*/ 397829 w 1184929"/>
                  <a:gd name="connsiteY0" fmla="*/ 0 h 3236034"/>
                  <a:gd name="connsiteX1" fmla="*/ 930312 w 1184929"/>
                  <a:gd name="connsiteY1" fmla="*/ 1142108 h 3236034"/>
                  <a:gd name="connsiteX2" fmla="*/ 792088 w 1184929"/>
                  <a:gd name="connsiteY2" fmla="*/ 3236034 h 3236034"/>
                  <a:gd name="connsiteX3" fmla="*/ 792088 w 1184929"/>
                  <a:gd name="connsiteY3" fmla="*/ 3236034 h 3236034"/>
                  <a:gd name="connsiteX4" fmla="*/ 0 w 1184929"/>
                  <a:gd name="connsiteY4" fmla="*/ 3236034 h 3236034"/>
                  <a:gd name="connsiteX5" fmla="*/ 0 w 1184929"/>
                  <a:gd name="connsiteY5" fmla="*/ 3236034 h 3236034"/>
                  <a:gd name="connsiteX6" fmla="*/ 0 w 1184929"/>
                  <a:gd name="connsiteY6" fmla="*/ 886926 h 3236034"/>
                  <a:gd name="connsiteX7" fmla="*/ 397829 w 1184929"/>
                  <a:gd name="connsiteY7" fmla="*/ 0 h 3236034"/>
                  <a:gd name="connsiteX0" fmla="*/ 397829 w 1111112"/>
                  <a:gd name="connsiteY0" fmla="*/ 0 h 3236034"/>
                  <a:gd name="connsiteX1" fmla="*/ 930312 w 1111112"/>
                  <a:gd name="connsiteY1" fmla="*/ 1142108 h 3236034"/>
                  <a:gd name="connsiteX2" fmla="*/ 792088 w 1111112"/>
                  <a:gd name="connsiteY2" fmla="*/ 3236034 h 3236034"/>
                  <a:gd name="connsiteX3" fmla="*/ 792088 w 1111112"/>
                  <a:gd name="connsiteY3" fmla="*/ 3236034 h 3236034"/>
                  <a:gd name="connsiteX4" fmla="*/ 0 w 1111112"/>
                  <a:gd name="connsiteY4" fmla="*/ 3236034 h 3236034"/>
                  <a:gd name="connsiteX5" fmla="*/ 0 w 1111112"/>
                  <a:gd name="connsiteY5" fmla="*/ 3236034 h 3236034"/>
                  <a:gd name="connsiteX6" fmla="*/ 0 w 1111112"/>
                  <a:gd name="connsiteY6" fmla="*/ 886926 h 3236034"/>
                  <a:gd name="connsiteX7" fmla="*/ 397829 w 1111112"/>
                  <a:gd name="connsiteY7" fmla="*/ 0 h 3236034"/>
                  <a:gd name="connsiteX0" fmla="*/ 397829 w 1154440"/>
                  <a:gd name="connsiteY0" fmla="*/ 0 h 3236034"/>
                  <a:gd name="connsiteX1" fmla="*/ 930312 w 1154440"/>
                  <a:gd name="connsiteY1" fmla="*/ 1142108 h 3236034"/>
                  <a:gd name="connsiteX2" fmla="*/ 792088 w 1154440"/>
                  <a:gd name="connsiteY2" fmla="*/ 3236034 h 3236034"/>
                  <a:gd name="connsiteX3" fmla="*/ 792088 w 1154440"/>
                  <a:gd name="connsiteY3" fmla="*/ 3236034 h 3236034"/>
                  <a:gd name="connsiteX4" fmla="*/ 0 w 1154440"/>
                  <a:gd name="connsiteY4" fmla="*/ 3236034 h 3236034"/>
                  <a:gd name="connsiteX5" fmla="*/ 0 w 1154440"/>
                  <a:gd name="connsiteY5" fmla="*/ 3236034 h 3236034"/>
                  <a:gd name="connsiteX6" fmla="*/ 0 w 1154440"/>
                  <a:gd name="connsiteY6" fmla="*/ 886926 h 3236034"/>
                  <a:gd name="connsiteX7" fmla="*/ 397829 w 1154440"/>
                  <a:gd name="connsiteY7" fmla="*/ 0 h 3236034"/>
                  <a:gd name="connsiteX0" fmla="*/ 397829 w 1154440"/>
                  <a:gd name="connsiteY0" fmla="*/ 0 h 3236034"/>
                  <a:gd name="connsiteX1" fmla="*/ 930312 w 1154440"/>
                  <a:gd name="connsiteY1" fmla="*/ 1142108 h 3236034"/>
                  <a:gd name="connsiteX2" fmla="*/ 792088 w 1154440"/>
                  <a:gd name="connsiteY2" fmla="*/ 3236034 h 3236034"/>
                  <a:gd name="connsiteX3" fmla="*/ 792088 w 1154440"/>
                  <a:gd name="connsiteY3" fmla="*/ 3236034 h 3236034"/>
                  <a:gd name="connsiteX4" fmla="*/ 0 w 1154440"/>
                  <a:gd name="connsiteY4" fmla="*/ 3236034 h 3236034"/>
                  <a:gd name="connsiteX5" fmla="*/ 0 w 1154440"/>
                  <a:gd name="connsiteY5" fmla="*/ 3236034 h 3236034"/>
                  <a:gd name="connsiteX6" fmla="*/ 0 w 1154440"/>
                  <a:gd name="connsiteY6" fmla="*/ 886926 h 3236034"/>
                  <a:gd name="connsiteX7" fmla="*/ 397829 w 1154440"/>
                  <a:gd name="connsiteY7" fmla="*/ 0 h 3236034"/>
                  <a:gd name="connsiteX0" fmla="*/ 397829 w 1154440"/>
                  <a:gd name="connsiteY0" fmla="*/ 0 h 3236034"/>
                  <a:gd name="connsiteX1" fmla="*/ 930312 w 1154440"/>
                  <a:gd name="connsiteY1" fmla="*/ 1142108 h 3236034"/>
                  <a:gd name="connsiteX2" fmla="*/ 792088 w 1154440"/>
                  <a:gd name="connsiteY2" fmla="*/ 3236034 h 3236034"/>
                  <a:gd name="connsiteX3" fmla="*/ 792088 w 1154440"/>
                  <a:gd name="connsiteY3" fmla="*/ 3236034 h 3236034"/>
                  <a:gd name="connsiteX4" fmla="*/ 0 w 1154440"/>
                  <a:gd name="connsiteY4" fmla="*/ 3236034 h 3236034"/>
                  <a:gd name="connsiteX5" fmla="*/ 0 w 1154440"/>
                  <a:gd name="connsiteY5" fmla="*/ 3236034 h 3236034"/>
                  <a:gd name="connsiteX6" fmla="*/ 0 w 1154440"/>
                  <a:gd name="connsiteY6" fmla="*/ 886926 h 3236034"/>
                  <a:gd name="connsiteX7" fmla="*/ 397829 w 1154440"/>
                  <a:gd name="connsiteY7" fmla="*/ 0 h 3236034"/>
                  <a:gd name="connsiteX0" fmla="*/ 397829 w 1151550"/>
                  <a:gd name="connsiteY0" fmla="*/ 0 h 3236034"/>
                  <a:gd name="connsiteX1" fmla="*/ 930312 w 1151550"/>
                  <a:gd name="connsiteY1" fmla="*/ 1142108 h 3236034"/>
                  <a:gd name="connsiteX2" fmla="*/ 792088 w 1151550"/>
                  <a:gd name="connsiteY2" fmla="*/ 3236034 h 3236034"/>
                  <a:gd name="connsiteX3" fmla="*/ 792088 w 1151550"/>
                  <a:gd name="connsiteY3" fmla="*/ 3236034 h 3236034"/>
                  <a:gd name="connsiteX4" fmla="*/ 0 w 1151550"/>
                  <a:gd name="connsiteY4" fmla="*/ 3236034 h 3236034"/>
                  <a:gd name="connsiteX5" fmla="*/ 0 w 1151550"/>
                  <a:gd name="connsiteY5" fmla="*/ 3236034 h 3236034"/>
                  <a:gd name="connsiteX6" fmla="*/ 0 w 1151550"/>
                  <a:gd name="connsiteY6" fmla="*/ 886926 h 3236034"/>
                  <a:gd name="connsiteX7" fmla="*/ 397829 w 1151550"/>
                  <a:gd name="connsiteY7" fmla="*/ 0 h 3236034"/>
                  <a:gd name="connsiteX0" fmla="*/ 397829 w 1081399"/>
                  <a:gd name="connsiteY0" fmla="*/ 0 h 3236034"/>
                  <a:gd name="connsiteX1" fmla="*/ 834842 w 1081399"/>
                  <a:gd name="connsiteY1" fmla="*/ 1099578 h 3236034"/>
                  <a:gd name="connsiteX2" fmla="*/ 792088 w 1081399"/>
                  <a:gd name="connsiteY2" fmla="*/ 3236034 h 3236034"/>
                  <a:gd name="connsiteX3" fmla="*/ 792088 w 1081399"/>
                  <a:gd name="connsiteY3" fmla="*/ 3236034 h 3236034"/>
                  <a:gd name="connsiteX4" fmla="*/ 0 w 1081399"/>
                  <a:gd name="connsiteY4" fmla="*/ 3236034 h 3236034"/>
                  <a:gd name="connsiteX5" fmla="*/ 0 w 1081399"/>
                  <a:gd name="connsiteY5" fmla="*/ 3236034 h 3236034"/>
                  <a:gd name="connsiteX6" fmla="*/ 0 w 1081399"/>
                  <a:gd name="connsiteY6" fmla="*/ 886926 h 3236034"/>
                  <a:gd name="connsiteX7" fmla="*/ 397829 w 1081399"/>
                  <a:gd name="connsiteY7" fmla="*/ 0 h 3236034"/>
                  <a:gd name="connsiteX0" fmla="*/ 397829 w 1024947"/>
                  <a:gd name="connsiteY0" fmla="*/ 0 h 3236034"/>
                  <a:gd name="connsiteX1" fmla="*/ 753012 w 1024947"/>
                  <a:gd name="connsiteY1" fmla="*/ 1269699 h 3236034"/>
                  <a:gd name="connsiteX2" fmla="*/ 792088 w 1024947"/>
                  <a:gd name="connsiteY2" fmla="*/ 3236034 h 3236034"/>
                  <a:gd name="connsiteX3" fmla="*/ 792088 w 1024947"/>
                  <a:gd name="connsiteY3" fmla="*/ 3236034 h 3236034"/>
                  <a:gd name="connsiteX4" fmla="*/ 0 w 1024947"/>
                  <a:gd name="connsiteY4" fmla="*/ 3236034 h 3236034"/>
                  <a:gd name="connsiteX5" fmla="*/ 0 w 1024947"/>
                  <a:gd name="connsiteY5" fmla="*/ 3236034 h 3236034"/>
                  <a:gd name="connsiteX6" fmla="*/ 0 w 1024947"/>
                  <a:gd name="connsiteY6" fmla="*/ 886926 h 3236034"/>
                  <a:gd name="connsiteX7" fmla="*/ 397829 w 1024947"/>
                  <a:gd name="connsiteY7" fmla="*/ 0 h 3236034"/>
                  <a:gd name="connsiteX0" fmla="*/ 397829 w 1024947"/>
                  <a:gd name="connsiteY0" fmla="*/ 0 h 3236034"/>
                  <a:gd name="connsiteX1" fmla="*/ 753012 w 1024947"/>
                  <a:gd name="connsiteY1" fmla="*/ 1269699 h 3236034"/>
                  <a:gd name="connsiteX2" fmla="*/ 792088 w 1024947"/>
                  <a:gd name="connsiteY2" fmla="*/ 3236034 h 3236034"/>
                  <a:gd name="connsiteX3" fmla="*/ 792088 w 1024947"/>
                  <a:gd name="connsiteY3" fmla="*/ 3236034 h 3236034"/>
                  <a:gd name="connsiteX4" fmla="*/ 0 w 1024947"/>
                  <a:gd name="connsiteY4" fmla="*/ 3236034 h 3236034"/>
                  <a:gd name="connsiteX5" fmla="*/ 0 w 1024947"/>
                  <a:gd name="connsiteY5" fmla="*/ 3236034 h 3236034"/>
                  <a:gd name="connsiteX6" fmla="*/ 0 w 1024947"/>
                  <a:gd name="connsiteY6" fmla="*/ 886926 h 3236034"/>
                  <a:gd name="connsiteX7" fmla="*/ 397829 w 1024947"/>
                  <a:gd name="connsiteY7" fmla="*/ 0 h 3236034"/>
                  <a:gd name="connsiteX0" fmla="*/ 397829 w 1043356"/>
                  <a:gd name="connsiteY0" fmla="*/ 0 h 3236034"/>
                  <a:gd name="connsiteX1" fmla="*/ 780289 w 1043356"/>
                  <a:gd name="connsiteY1" fmla="*/ 1216537 h 3236034"/>
                  <a:gd name="connsiteX2" fmla="*/ 792088 w 1043356"/>
                  <a:gd name="connsiteY2" fmla="*/ 3236034 h 3236034"/>
                  <a:gd name="connsiteX3" fmla="*/ 792088 w 1043356"/>
                  <a:gd name="connsiteY3" fmla="*/ 3236034 h 3236034"/>
                  <a:gd name="connsiteX4" fmla="*/ 0 w 1043356"/>
                  <a:gd name="connsiteY4" fmla="*/ 3236034 h 3236034"/>
                  <a:gd name="connsiteX5" fmla="*/ 0 w 1043356"/>
                  <a:gd name="connsiteY5" fmla="*/ 3236034 h 3236034"/>
                  <a:gd name="connsiteX6" fmla="*/ 0 w 1043356"/>
                  <a:gd name="connsiteY6" fmla="*/ 886926 h 3236034"/>
                  <a:gd name="connsiteX7" fmla="*/ 397829 w 1043356"/>
                  <a:gd name="connsiteY7" fmla="*/ 0 h 3236034"/>
                  <a:gd name="connsiteX0" fmla="*/ 397829 w 971742"/>
                  <a:gd name="connsiteY0" fmla="*/ 0 h 3236034"/>
                  <a:gd name="connsiteX1" fmla="*/ 780289 w 971742"/>
                  <a:gd name="connsiteY1" fmla="*/ 1216537 h 3236034"/>
                  <a:gd name="connsiteX2" fmla="*/ 792088 w 971742"/>
                  <a:gd name="connsiteY2" fmla="*/ 3236034 h 3236034"/>
                  <a:gd name="connsiteX3" fmla="*/ 792088 w 971742"/>
                  <a:gd name="connsiteY3" fmla="*/ 3236034 h 3236034"/>
                  <a:gd name="connsiteX4" fmla="*/ 0 w 971742"/>
                  <a:gd name="connsiteY4" fmla="*/ 3236034 h 3236034"/>
                  <a:gd name="connsiteX5" fmla="*/ 0 w 971742"/>
                  <a:gd name="connsiteY5" fmla="*/ 3236034 h 3236034"/>
                  <a:gd name="connsiteX6" fmla="*/ 0 w 971742"/>
                  <a:gd name="connsiteY6" fmla="*/ 886926 h 3236034"/>
                  <a:gd name="connsiteX7" fmla="*/ 397829 w 971742"/>
                  <a:gd name="connsiteY7" fmla="*/ 0 h 3236034"/>
                  <a:gd name="connsiteX0" fmla="*/ 397829 w 1007471"/>
                  <a:gd name="connsiteY0" fmla="*/ 0 h 3236034"/>
                  <a:gd name="connsiteX1" fmla="*/ 780289 w 1007471"/>
                  <a:gd name="connsiteY1" fmla="*/ 1216537 h 3236034"/>
                  <a:gd name="connsiteX2" fmla="*/ 792088 w 1007471"/>
                  <a:gd name="connsiteY2" fmla="*/ 3236034 h 3236034"/>
                  <a:gd name="connsiteX3" fmla="*/ 792088 w 1007471"/>
                  <a:gd name="connsiteY3" fmla="*/ 3236034 h 3236034"/>
                  <a:gd name="connsiteX4" fmla="*/ 0 w 1007471"/>
                  <a:gd name="connsiteY4" fmla="*/ 3236034 h 3236034"/>
                  <a:gd name="connsiteX5" fmla="*/ 0 w 1007471"/>
                  <a:gd name="connsiteY5" fmla="*/ 3236034 h 3236034"/>
                  <a:gd name="connsiteX6" fmla="*/ 0 w 1007471"/>
                  <a:gd name="connsiteY6" fmla="*/ 886926 h 3236034"/>
                  <a:gd name="connsiteX7" fmla="*/ 397829 w 1007471"/>
                  <a:gd name="connsiteY7" fmla="*/ 0 h 3236034"/>
                  <a:gd name="connsiteX0" fmla="*/ 397829 w 983631"/>
                  <a:gd name="connsiteY0" fmla="*/ 0 h 3236034"/>
                  <a:gd name="connsiteX1" fmla="*/ 780289 w 983631"/>
                  <a:gd name="connsiteY1" fmla="*/ 1216537 h 3236034"/>
                  <a:gd name="connsiteX2" fmla="*/ 792088 w 983631"/>
                  <a:gd name="connsiteY2" fmla="*/ 3236034 h 3236034"/>
                  <a:gd name="connsiteX3" fmla="*/ 792088 w 983631"/>
                  <a:gd name="connsiteY3" fmla="*/ 3236034 h 3236034"/>
                  <a:gd name="connsiteX4" fmla="*/ 0 w 983631"/>
                  <a:gd name="connsiteY4" fmla="*/ 3236034 h 3236034"/>
                  <a:gd name="connsiteX5" fmla="*/ 0 w 983631"/>
                  <a:gd name="connsiteY5" fmla="*/ 3236034 h 3236034"/>
                  <a:gd name="connsiteX6" fmla="*/ 0 w 983631"/>
                  <a:gd name="connsiteY6" fmla="*/ 886926 h 3236034"/>
                  <a:gd name="connsiteX7" fmla="*/ 397829 w 983631"/>
                  <a:gd name="connsiteY7" fmla="*/ 0 h 3236034"/>
                  <a:gd name="connsiteX0" fmla="*/ 397829 w 983630"/>
                  <a:gd name="connsiteY0" fmla="*/ 9390 h 3245424"/>
                  <a:gd name="connsiteX1" fmla="*/ 780289 w 983630"/>
                  <a:gd name="connsiteY1" fmla="*/ 1225927 h 3245424"/>
                  <a:gd name="connsiteX2" fmla="*/ 792088 w 983630"/>
                  <a:gd name="connsiteY2" fmla="*/ 3245424 h 3245424"/>
                  <a:gd name="connsiteX3" fmla="*/ 792088 w 983630"/>
                  <a:gd name="connsiteY3" fmla="*/ 3245424 h 3245424"/>
                  <a:gd name="connsiteX4" fmla="*/ 0 w 983630"/>
                  <a:gd name="connsiteY4" fmla="*/ 3245424 h 3245424"/>
                  <a:gd name="connsiteX5" fmla="*/ 0 w 983630"/>
                  <a:gd name="connsiteY5" fmla="*/ 3245424 h 3245424"/>
                  <a:gd name="connsiteX6" fmla="*/ 0 w 983630"/>
                  <a:gd name="connsiteY6" fmla="*/ 896316 h 3245424"/>
                  <a:gd name="connsiteX7" fmla="*/ 397829 w 983630"/>
                  <a:gd name="connsiteY7" fmla="*/ 9390 h 3245424"/>
                  <a:gd name="connsiteX0" fmla="*/ 397829 w 974605"/>
                  <a:gd name="connsiteY0" fmla="*/ 6357 h 3242391"/>
                  <a:gd name="connsiteX1" fmla="*/ 766650 w 974605"/>
                  <a:gd name="connsiteY1" fmla="*/ 1552503 h 3242391"/>
                  <a:gd name="connsiteX2" fmla="*/ 792088 w 974605"/>
                  <a:gd name="connsiteY2" fmla="*/ 3242391 h 3242391"/>
                  <a:gd name="connsiteX3" fmla="*/ 792088 w 974605"/>
                  <a:gd name="connsiteY3" fmla="*/ 3242391 h 3242391"/>
                  <a:gd name="connsiteX4" fmla="*/ 0 w 974605"/>
                  <a:gd name="connsiteY4" fmla="*/ 3242391 h 3242391"/>
                  <a:gd name="connsiteX5" fmla="*/ 0 w 974605"/>
                  <a:gd name="connsiteY5" fmla="*/ 3242391 h 3242391"/>
                  <a:gd name="connsiteX6" fmla="*/ 0 w 974605"/>
                  <a:gd name="connsiteY6" fmla="*/ 893283 h 3242391"/>
                  <a:gd name="connsiteX7" fmla="*/ 397829 w 974605"/>
                  <a:gd name="connsiteY7" fmla="*/ 6357 h 3242391"/>
                  <a:gd name="connsiteX0" fmla="*/ 397829 w 964009"/>
                  <a:gd name="connsiteY0" fmla="*/ 7874 h 3243908"/>
                  <a:gd name="connsiteX1" fmla="*/ 766650 w 964009"/>
                  <a:gd name="connsiteY1" fmla="*/ 1554020 h 3243908"/>
                  <a:gd name="connsiteX2" fmla="*/ 792088 w 964009"/>
                  <a:gd name="connsiteY2" fmla="*/ 3243908 h 3243908"/>
                  <a:gd name="connsiteX3" fmla="*/ 792088 w 964009"/>
                  <a:gd name="connsiteY3" fmla="*/ 3243908 h 3243908"/>
                  <a:gd name="connsiteX4" fmla="*/ 0 w 964009"/>
                  <a:gd name="connsiteY4" fmla="*/ 3243908 h 3243908"/>
                  <a:gd name="connsiteX5" fmla="*/ 0 w 964009"/>
                  <a:gd name="connsiteY5" fmla="*/ 3243908 h 3243908"/>
                  <a:gd name="connsiteX6" fmla="*/ 0 w 964009"/>
                  <a:gd name="connsiteY6" fmla="*/ 894800 h 3243908"/>
                  <a:gd name="connsiteX7" fmla="*/ 397829 w 964009"/>
                  <a:gd name="connsiteY7" fmla="*/ 7874 h 3243908"/>
                  <a:gd name="connsiteX0" fmla="*/ 397829 w 1103655"/>
                  <a:gd name="connsiteY0" fmla="*/ 5470 h 3241504"/>
                  <a:gd name="connsiteX1" fmla="*/ 1096679 w 1103655"/>
                  <a:gd name="connsiteY1" fmla="*/ 590921 h 3241504"/>
                  <a:gd name="connsiteX2" fmla="*/ 766650 w 1103655"/>
                  <a:gd name="connsiteY2" fmla="*/ 1551616 h 3241504"/>
                  <a:gd name="connsiteX3" fmla="*/ 792088 w 1103655"/>
                  <a:gd name="connsiteY3" fmla="*/ 3241504 h 3241504"/>
                  <a:gd name="connsiteX4" fmla="*/ 792088 w 1103655"/>
                  <a:gd name="connsiteY4" fmla="*/ 3241504 h 3241504"/>
                  <a:gd name="connsiteX5" fmla="*/ 0 w 1103655"/>
                  <a:gd name="connsiteY5" fmla="*/ 3241504 h 3241504"/>
                  <a:gd name="connsiteX6" fmla="*/ 0 w 1103655"/>
                  <a:gd name="connsiteY6" fmla="*/ 3241504 h 3241504"/>
                  <a:gd name="connsiteX7" fmla="*/ 0 w 1103655"/>
                  <a:gd name="connsiteY7" fmla="*/ 892396 h 3241504"/>
                  <a:gd name="connsiteX8" fmla="*/ 397829 w 1103655"/>
                  <a:gd name="connsiteY8" fmla="*/ 5470 h 3241504"/>
                  <a:gd name="connsiteX0" fmla="*/ 397829 w 1103454"/>
                  <a:gd name="connsiteY0" fmla="*/ 5470 h 3241504"/>
                  <a:gd name="connsiteX1" fmla="*/ 1096679 w 1103454"/>
                  <a:gd name="connsiteY1" fmla="*/ 590921 h 3241504"/>
                  <a:gd name="connsiteX2" fmla="*/ 754433 w 1103454"/>
                  <a:gd name="connsiteY2" fmla="*/ 1523041 h 3241504"/>
                  <a:gd name="connsiteX3" fmla="*/ 792088 w 1103454"/>
                  <a:gd name="connsiteY3" fmla="*/ 3241504 h 3241504"/>
                  <a:gd name="connsiteX4" fmla="*/ 792088 w 1103454"/>
                  <a:gd name="connsiteY4" fmla="*/ 3241504 h 3241504"/>
                  <a:gd name="connsiteX5" fmla="*/ 0 w 1103454"/>
                  <a:gd name="connsiteY5" fmla="*/ 3241504 h 3241504"/>
                  <a:gd name="connsiteX6" fmla="*/ 0 w 1103454"/>
                  <a:gd name="connsiteY6" fmla="*/ 3241504 h 3241504"/>
                  <a:gd name="connsiteX7" fmla="*/ 0 w 1103454"/>
                  <a:gd name="connsiteY7" fmla="*/ 892396 h 3241504"/>
                  <a:gd name="connsiteX8" fmla="*/ 397829 w 1103454"/>
                  <a:gd name="connsiteY8" fmla="*/ 5470 h 3241504"/>
                  <a:gd name="connsiteX0" fmla="*/ 397829 w 1103176"/>
                  <a:gd name="connsiteY0" fmla="*/ 5470 h 3241504"/>
                  <a:gd name="connsiteX1" fmla="*/ 1096679 w 1103176"/>
                  <a:gd name="connsiteY1" fmla="*/ 590921 h 3241504"/>
                  <a:gd name="connsiteX2" fmla="*/ 754433 w 1103176"/>
                  <a:gd name="connsiteY2" fmla="*/ 1523041 h 3241504"/>
                  <a:gd name="connsiteX3" fmla="*/ 792088 w 1103176"/>
                  <a:gd name="connsiteY3" fmla="*/ 3241504 h 3241504"/>
                  <a:gd name="connsiteX4" fmla="*/ 792088 w 1103176"/>
                  <a:gd name="connsiteY4" fmla="*/ 3241504 h 3241504"/>
                  <a:gd name="connsiteX5" fmla="*/ 0 w 1103176"/>
                  <a:gd name="connsiteY5" fmla="*/ 3241504 h 3241504"/>
                  <a:gd name="connsiteX6" fmla="*/ 0 w 1103176"/>
                  <a:gd name="connsiteY6" fmla="*/ 3241504 h 3241504"/>
                  <a:gd name="connsiteX7" fmla="*/ 0 w 1103176"/>
                  <a:gd name="connsiteY7" fmla="*/ 892396 h 3241504"/>
                  <a:gd name="connsiteX8" fmla="*/ 397829 w 1103176"/>
                  <a:gd name="connsiteY8" fmla="*/ 5470 h 3241504"/>
                  <a:gd name="connsiteX0" fmla="*/ 397829 w 1103176"/>
                  <a:gd name="connsiteY0" fmla="*/ 5470 h 3241504"/>
                  <a:gd name="connsiteX1" fmla="*/ 1096679 w 1103176"/>
                  <a:gd name="connsiteY1" fmla="*/ 590921 h 3241504"/>
                  <a:gd name="connsiteX2" fmla="*/ 754433 w 1103176"/>
                  <a:gd name="connsiteY2" fmla="*/ 1503991 h 3241504"/>
                  <a:gd name="connsiteX3" fmla="*/ 792088 w 1103176"/>
                  <a:gd name="connsiteY3" fmla="*/ 3241504 h 3241504"/>
                  <a:gd name="connsiteX4" fmla="*/ 792088 w 1103176"/>
                  <a:gd name="connsiteY4" fmla="*/ 3241504 h 3241504"/>
                  <a:gd name="connsiteX5" fmla="*/ 0 w 1103176"/>
                  <a:gd name="connsiteY5" fmla="*/ 3241504 h 3241504"/>
                  <a:gd name="connsiteX6" fmla="*/ 0 w 1103176"/>
                  <a:gd name="connsiteY6" fmla="*/ 3241504 h 3241504"/>
                  <a:gd name="connsiteX7" fmla="*/ 0 w 1103176"/>
                  <a:gd name="connsiteY7" fmla="*/ 892396 h 3241504"/>
                  <a:gd name="connsiteX8" fmla="*/ 397829 w 1103176"/>
                  <a:gd name="connsiteY8" fmla="*/ 5470 h 3241504"/>
                  <a:gd name="connsiteX0" fmla="*/ 397829 w 1193682"/>
                  <a:gd name="connsiteY0" fmla="*/ 5721 h 3241755"/>
                  <a:gd name="connsiteX1" fmla="*/ 1188312 w 1193682"/>
                  <a:gd name="connsiteY1" fmla="*/ 572122 h 3241755"/>
                  <a:gd name="connsiteX2" fmla="*/ 754433 w 1193682"/>
                  <a:gd name="connsiteY2" fmla="*/ 1504242 h 3241755"/>
                  <a:gd name="connsiteX3" fmla="*/ 792088 w 1193682"/>
                  <a:gd name="connsiteY3" fmla="*/ 3241755 h 3241755"/>
                  <a:gd name="connsiteX4" fmla="*/ 792088 w 1193682"/>
                  <a:gd name="connsiteY4" fmla="*/ 3241755 h 3241755"/>
                  <a:gd name="connsiteX5" fmla="*/ 0 w 1193682"/>
                  <a:gd name="connsiteY5" fmla="*/ 3241755 h 3241755"/>
                  <a:gd name="connsiteX6" fmla="*/ 0 w 1193682"/>
                  <a:gd name="connsiteY6" fmla="*/ 3241755 h 3241755"/>
                  <a:gd name="connsiteX7" fmla="*/ 0 w 1193682"/>
                  <a:gd name="connsiteY7" fmla="*/ 892647 h 3241755"/>
                  <a:gd name="connsiteX8" fmla="*/ 397829 w 1193682"/>
                  <a:gd name="connsiteY8" fmla="*/ 5721 h 3241755"/>
                  <a:gd name="connsiteX0" fmla="*/ 397829 w 1188313"/>
                  <a:gd name="connsiteY0" fmla="*/ 5721 h 3241755"/>
                  <a:gd name="connsiteX1" fmla="*/ 1188312 w 1188313"/>
                  <a:gd name="connsiteY1" fmla="*/ 572122 h 3241755"/>
                  <a:gd name="connsiteX2" fmla="*/ 754433 w 1188313"/>
                  <a:gd name="connsiteY2" fmla="*/ 1504242 h 3241755"/>
                  <a:gd name="connsiteX3" fmla="*/ 792088 w 1188313"/>
                  <a:gd name="connsiteY3" fmla="*/ 3241755 h 3241755"/>
                  <a:gd name="connsiteX4" fmla="*/ 792088 w 1188313"/>
                  <a:gd name="connsiteY4" fmla="*/ 3241755 h 3241755"/>
                  <a:gd name="connsiteX5" fmla="*/ 0 w 1188313"/>
                  <a:gd name="connsiteY5" fmla="*/ 3241755 h 3241755"/>
                  <a:gd name="connsiteX6" fmla="*/ 0 w 1188313"/>
                  <a:gd name="connsiteY6" fmla="*/ 3241755 h 3241755"/>
                  <a:gd name="connsiteX7" fmla="*/ 0 w 1188313"/>
                  <a:gd name="connsiteY7" fmla="*/ 892647 h 3241755"/>
                  <a:gd name="connsiteX8" fmla="*/ 397829 w 1188313"/>
                  <a:gd name="connsiteY8" fmla="*/ 5721 h 3241755"/>
                  <a:gd name="connsiteX0" fmla="*/ 397829 w 1200430"/>
                  <a:gd name="connsiteY0" fmla="*/ 6518 h 3242552"/>
                  <a:gd name="connsiteX1" fmla="*/ 1188312 w 1200430"/>
                  <a:gd name="connsiteY1" fmla="*/ 572919 h 3242552"/>
                  <a:gd name="connsiteX2" fmla="*/ 754433 w 1200430"/>
                  <a:gd name="connsiteY2" fmla="*/ 1505039 h 3242552"/>
                  <a:gd name="connsiteX3" fmla="*/ 792088 w 1200430"/>
                  <a:gd name="connsiteY3" fmla="*/ 3242552 h 3242552"/>
                  <a:gd name="connsiteX4" fmla="*/ 792088 w 1200430"/>
                  <a:gd name="connsiteY4" fmla="*/ 3242552 h 3242552"/>
                  <a:gd name="connsiteX5" fmla="*/ 0 w 1200430"/>
                  <a:gd name="connsiteY5" fmla="*/ 3242552 h 3242552"/>
                  <a:gd name="connsiteX6" fmla="*/ 0 w 1200430"/>
                  <a:gd name="connsiteY6" fmla="*/ 3242552 h 3242552"/>
                  <a:gd name="connsiteX7" fmla="*/ 0 w 1200430"/>
                  <a:gd name="connsiteY7" fmla="*/ 893444 h 3242552"/>
                  <a:gd name="connsiteX8" fmla="*/ 397829 w 1200430"/>
                  <a:gd name="connsiteY8" fmla="*/ 6518 h 3242552"/>
                  <a:gd name="connsiteX0" fmla="*/ 367285 w 1200000"/>
                  <a:gd name="connsiteY0" fmla="*/ 7711 h 3186595"/>
                  <a:gd name="connsiteX1" fmla="*/ 1188312 w 1200000"/>
                  <a:gd name="connsiteY1" fmla="*/ 516962 h 3186595"/>
                  <a:gd name="connsiteX2" fmla="*/ 754433 w 1200000"/>
                  <a:gd name="connsiteY2" fmla="*/ 1449082 h 3186595"/>
                  <a:gd name="connsiteX3" fmla="*/ 792088 w 1200000"/>
                  <a:gd name="connsiteY3" fmla="*/ 3186595 h 3186595"/>
                  <a:gd name="connsiteX4" fmla="*/ 792088 w 1200000"/>
                  <a:gd name="connsiteY4" fmla="*/ 3186595 h 3186595"/>
                  <a:gd name="connsiteX5" fmla="*/ 0 w 1200000"/>
                  <a:gd name="connsiteY5" fmla="*/ 3186595 h 3186595"/>
                  <a:gd name="connsiteX6" fmla="*/ 0 w 1200000"/>
                  <a:gd name="connsiteY6" fmla="*/ 3186595 h 3186595"/>
                  <a:gd name="connsiteX7" fmla="*/ 0 w 1200000"/>
                  <a:gd name="connsiteY7" fmla="*/ 837487 h 3186595"/>
                  <a:gd name="connsiteX8" fmla="*/ 367285 w 1200000"/>
                  <a:gd name="connsiteY8" fmla="*/ 7711 h 3186595"/>
                  <a:gd name="connsiteX0" fmla="*/ 367285 w 1200505"/>
                  <a:gd name="connsiteY0" fmla="*/ 1566 h 3180450"/>
                  <a:gd name="connsiteX1" fmla="*/ 1188312 w 1200505"/>
                  <a:gd name="connsiteY1" fmla="*/ 510817 h 3180450"/>
                  <a:gd name="connsiteX2" fmla="*/ 754433 w 1200505"/>
                  <a:gd name="connsiteY2" fmla="*/ 1442937 h 3180450"/>
                  <a:gd name="connsiteX3" fmla="*/ 792088 w 1200505"/>
                  <a:gd name="connsiteY3" fmla="*/ 3180450 h 3180450"/>
                  <a:gd name="connsiteX4" fmla="*/ 792088 w 1200505"/>
                  <a:gd name="connsiteY4" fmla="*/ 3180450 h 3180450"/>
                  <a:gd name="connsiteX5" fmla="*/ 0 w 1200505"/>
                  <a:gd name="connsiteY5" fmla="*/ 3180450 h 3180450"/>
                  <a:gd name="connsiteX6" fmla="*/ 0 w 1200505"/>
                  <a:gd name="connsiteY6" fmla="*/ 3180450 h 3180450"/>
                  <a:gd name="connsiteX7" fmla="*/ 0 w 1200505"/>
                  <a:gd name="connsiteY7" fmla="*/ 831342 h 3180450"/>
                  <a:gd name="connsiteX8" fmla="*/ 367285 w 1200505"/>
                  <a:gd name="connsiteY8" fmla="*/ 1566 h 3180450"/>
                  <a:gd name="connsiteX0" fmla="*/ 367858 w 1201078"/>
                  <a:gd name="connsiteY0" fmla="*/ 1566 h 3180450"/>
                  <a:gd name="connsiteX1" fmla="*/ 1188885 w 1201078"/>
                  <a:gd name="connsiteY1" fmla="*/ 510817 h 3180450"/>
                  <a:gd name="connsiteX2" fmla="*/ 755006 w 1201078"/>
                  <a:gd name="connsiteY2" fmla="*/ 1442937 h 3180450"/>
                  <a:gd name="connsiteX3" fmla="*/ 792661 w 1201078"/>
                  <a:gd name="connsiteY3" fmla="*/ 3180450 h 3180450"/>
                  <a:gd name="connsiteX4" fmla="*/ 792661 w 1201078"/>
                  <a:gd name="connsiteY4" fmla="*/ 3180450 h 3180450"/>
                  <a:gd name="connsiteX5" fmla="*/ 573 w 1201078"/>
                  <a:gd name="connsiteY5" fmla="*/ 3180450 h 3180450"/>
                  <a:gd name="connsiteX6" fmla="*/ 573 w 1201078"/>
                  <a:gd name="connsiteY6" fmla="*/ 3180450 h 3180450"/>
                  <a:gd name="connsiteX7" fmla="*/ 573 w 1201078"/>
                  <a:gd name="connsiteY7" fmla="*/ 831342 h 3180450"/>
                  <a:gd name="connsiteX8" fmla="*/ 367858 w 1201078"/>
                  <a:gd name="connsiteY8" fmla="*/ 1566 h 3180450"/>
                  <a:gd name="connsiteX0" fmla="*/ 367859 w 1249271"/>
                  <a:gd name="connsiteY0" fmla="*/ 1508 h 3180392"/>
                  <a:gd name="connsiteX1" fmla="*/ 1237757 w 1249271"/>
                  <a:gd name="connsiteY1" fmla="*/ 520284 h 3180392"/>
                  <a:gd name="connsiteX2" fmla="*/ 755007 w 1249271"/>
                  <a:gd name="connsiteY2" fmla="*/ 1442879 h 3180392"/>
                  <a:gd name="connsiteX3" fmla="*/ 792662 w 1249271"/>
                  <a:gd name="connsiteY3" fmla="*/ 3180392 h 3180392"/>
                  <a:gd name="connsiteX4" fmla="*/ 792662 w 1249271"/>
                  <a:gd name="connsiteY4" fmla="*/ 3180392 h 3180392"/>
                  <a:gd name="connsiteX5" fmla="*/ 574 w 1249271"/>
                  <a:gd name="connsiteY5" fmla="*/ 3180392 h 3180392"/>
                  <a:gd name="connsiteX6" fmla="*/ 574 w 1249271"/>
                  <a:gd name="connsiteY6" fmla="*/ 3180392 h 3180392"/>
                  <a:gd name="connsiteX7" fmla="*/ 574 w 1249271"/>
                  <a:gd name="connsiteY7" fmla="*/ 831284 h 3180392"/>
                  <a:gd name="connsiteX8" fmla="*/ 367859 w 1249271"/>
                  <a:gd name="connsiteY8" fmla="*/ 1508 h 3180392"/>
                  <a:gd name="connsiteX0" fmla="*/ 367859 w 1249271"/>
                  <a:gd name="connsiteY0" fmla="*/ 1508 h 3180392"/>
                  <a:gd name="connsiteX1" fmla="*/ 1237757 w 1249271"/>
                  <a:gd name="connsiteY1" fmla="*/ 520284 h 3180392"/>
                  <a:gd name="connsiteX2" fmla="*/ 755007 w 1249271"/>
                  <a:gd name="connsiteY2" fmla="*/ 1442879 h 3180392"/>
                  <a:gd name="connsiteX3" fmla="*/ 792662 w 1249271"/>
                  <a:gd name="connsiteY3" fmla="*/ 3180392 h 3180392"/>
                  <a:gd name="connsiteX4" fmla="*/ 792662 w 1249271"/>
                  <a:gd name="connsiteY4" fmla="*/ 3180392 h 3180392"/>
                  <a:gd name="connsiteX5" fmla="*/ 574 w 1249271"/>
                  <a:gd name="connsiteY5" fmla="*/ 3180392 h 3180392"/>
                  <a:gd name="connsiteX6" fmla="*/ 574 w 1249271"/>
                  <a:gd name="connsiteY6" fmla="*/ 3180392 h 3180392"/>
                  <a:gd name="connsiteX7" fmla="*/ 574 w 1249271"/>
                  <a:gd name="connsiteY7" fmla="*/ 831284 h 3180392"/>
                  <a:gd name="connsiteX8" fmla="*/ 367859 w 1249271"/>
                  <a:gd name="connsiteY8" fmla="*/ 1508 h 3180392"/>
                  <a:gd name="connsiteX0" fmla="*/ 367859 w 1240085"/>
                  <a:gd name="connsiteY0" fmla="*/ 1764 h 3180648"/>
                  <a:gd name="connsiteX1" fmla="*/ 1237757 w 1240085"/>
                  <a:gd name="connsiteY1" fmla="*/ 520540 h 3180648"/>
                  <a:gd name="connsiteX2" fmla="*/ 755007 w 1240085"/>
                  <a:gd name="connsiteY2" fmla="*/ 1443135 h 3180648"/>
                  <a:gd name="connsiteX3" fmla="*/ 792662 w 1240085"/>
                  <a:gd name="connsiteY3" fmla="*/ 3180648 h 3180648"/>
                  <a:gd name="connsiteX4" fmla="*/ 792662 w 1240085"/>
                  <a:gd name="connsiteY4" fmla="*/ 3180648 h 3180648"/>
                  <a:gd name="connsiteX5" fmla="*/ 574 w 1240085"/>
                  <a:gd name="connsiteY5" fmla="*/ 3180648 h 3180648"/>
                  <a:gd name="connsiteX6" fmla="*/ 574 w 1240085"/>
                  <a:gd name="connsiteY6" fmla="*/ 3180648 h 3180648"/>
                  <a:gd name="connsiteX7" fmla="*/ 574 w 1240085"/>
                  <a:gd name="connsiteY7" fmla="*/ 831540 h 3180648"/>
                  <a:gd name="connsiteX8" fmla="*/ 367859 w 1240085"/>
                  <a:gd name="connsiteY8" fmla="*/ 1764 h 3180648"/>
                  <a:gd name="connsiteX0" fmla="*/ 367859 w 1240086"/>
                  <a:gd name="connsiteY0" fmla="*/ 1764 h 3180648"/>
                  <a:gd name="connsiteX1" fmla="*/ 1237757 w 1240086"/>
                  <a:gd name="connsiteY1" fmla="*/ 520540 h 3180648"/>
                  <a:gd name="connsiteX2" fmla="*/ 755007 w 1240086"/>
                  <a:gd name="connsiteY2" fmla="*/ 1443135 h 3180648"/>
                  <a:gd name="connsiteX3" fmla="*/ 792662 w 1240086"/>
                  <a:gd name="connsiteY3" fmla="*/ 3180648 h 3180648"/>
                  <a:gd name="connsiteX4" fmla="*/ 792662 w 1240086"/>
                  <a:gd name="connsiteY4" fmla="*/ 3180648 h 3180648"/>
                  <a:gd name="connsiteX5" fmla="*/ 574 w 1240086"/>
                  <a:gd name="connsiteY5" fmla="*/ 3180648 h 3180648"/>
                  <a:gd name="connsiteX6" fmla="*/ 574 w 1240086"/>
                  <a:gd name="connsiteY6" fmla="*/ 3180648 h 3180648"/>
                  <a:gd name="connsiteX7" fmla="*/ 574 w 1240086"/>
                  <a:gd name="connsiteY7" fmla="*/ 831540 h 3180648"/>
                  <a:gd name="connsiteX8" fmla="*/ 367859 w 1240086"/>
                  <a:gd name="connsiteY8" fmla="*/ 1764 h 3180648"/>
                  <a:gd name="connsiteX0" fmla="*/ 373394 w 1239532"/>
                  <a:gd name="connsiteY0" fmla="*/ 1562 h 3209021"/>
                  <a:gd name="connsiteX1" fmla="*/ 1237184 w 1239532"/>
                  <a:gd name="connsiteY1" fmla="*/ 548913 h 3209021"/>
                  <a:gd name="connsiteX2" fmla="*/ 754434 w 1239532"/>
                  <a:gd name="connsiteY2" fmla="*/ 1471508 h 3209021"/>
                  <a:gd name="connsiteX3" fmla="*/ 792089 w 1239532"/>
                  <a:gd name="connsiteY3" fmla="*/ 3209021 h 3209021"/>
                  <a:gd name="connsiteX4" fmla="*/ 792089 w 1239532"/>
                  <a:gd name="connsiteY4" fmla="*/ 3209021 h 3209021"/>
                  <a:gd name="connsiteX5" fmla="*/ 1 w 1239532"/>
                  <a:gd name="connsiteY5" fmla="*/ 3209021 h 3209021"/>
                  <a:gd name="connsiteX6" fmla="*/ 1 w 1239532"/>
                  <a:gd name="connsiteY6" fmla="*/ 3209021 h 3209021"/>
                  <a:gd name="connsiteX7" fmla="*/ 1 w 1239532"/>
                  <a:gd name="connsiteY7" fmla="*/ 859913 h 3209021"/>
                  <a:gd name="connsiteX8" fmla="*/ 373394 w 1239532"/>
                  <a:gd name="connsiteY8" fmla="*/ 1562 h 3209021"/>
                  <a:gd name="connsiteX0" fmla="*/ 373393 w 1239758"/>
                  <a:gd name="connsiteY0" fmla="*/ 0 h 3207459"/>
                  <a:gd name="connsiteX1" fmla="*/ 1237183 w 1239758"/>
                  <a:gd name="connsiteY1" fmla="*/ 547351 h 3207459"/>
                  <a:gd name="connsiteX2" fmla="*/ 754433 w 1239758"/>
                  <a:gd name="connsiteY2" fmla="*/ 1469946 h 3207459"/>
                  <a:gd name="connsiteX3" fmla="*/ 792088 w 1239758"/>
                  <a:gd name="connsiteY3" fmla="*/ 3207459 h 3207459"/>
                  <a:gd name="connsiteX4" fmla="*/ 792088 w 1239758"/>
                  <a:gd name="connsiteY4" fmla="*/ 3207459 h 3207459"/>
                  <a:gd name="connsiteX5" fmla="*/ 0 w 1239758"/>
                  <a:gd name="connsiteY5" fmla="*/ 3207459 h 3207459"/>
                  <a:gd name="connsiteX6" fmla="*/ 0 w 1239758"/>
                  <a:gd name="connsiteY6" fmla="*/ 3207459 h 3207459"/>
                  <a:gd name="connsiteX7" fmla="*/ 0 w 1239758"/>
                  <a:gd name="connsiteY7" fmla="*/ 858351 h 3207459"/>
                  <a:gd name="connsiteX8" fmla="*/ 373393 w 1239758"/>
                  <a:gd name="connsiteY8" fmla="*/ 0 h 3207459"/>
                  <a:gd name="connsiteX0" fmla="*/ 380199 w 1246564"/>
                  <a:gd name="connsiteY0" fmla="*/ 0 h 3207459"/>
                  <a:gd name="connsiteX1" fmla="*/ 1243989 w 1246564"/>
                  <a:gd name="connsiteY1" fmla="*/ 547351 h 3207459"/>
                  <a:gd name="connsiteX2" fmla="*/ 761239 w 1246564"/>
                  <a:gd name="connsiteY2" fmla="*/ 1469946 h 3207459"/>
                  <a:gd name="connsiteX3" fmla="*/ 798894 w 1246564"/>
                  <a:gd name="connsiteY3" fmla="*/ 3207459 h 3207459"/>
                  <a:gd name="connsiteX4" fmla="*/ 798894 w 1246564"/>
                  <a:gd name="connsiteY4" fmla="*/ 3207459 h 3207459"/>
                  <a:gd name="connsiteX5" fmla="*/ 6806 w 1246564"/>
                  <a:gd name="connsiteY5" fmla="*/ 3207459 h 3207459"/>
                  <a:gd name="connsiteX6" fmla="*/ 6806 w 1246564"/>
                  <a:gd name="connsiteY6" fmla="*/ 3207459 h 3207459"/>
                  <a:gd name="connsiteX7" fmla="*/ 6806 w 1246564"/>
                  <a:gd name="connsiteY7" fmla="*/ 858351 h 3207459"/>
                  <a:gd name="connsiteX8" fmla="*/ 380199 w 1246564"/>
                  <a:gd name="connsiteY8" fmla="*/ 0 h 3207459"/>
                  <a:gd name="connsiteX0" fmla="*/ 380199 w 1246610"/>
                  <a:gd name="connsiteY0" fmla="*/ 233 h 3207692"/>
                  <a:gd name="connsiteX1" fmla="*/ 1243989 w 1246610"/>
                  <a:gd name="connsiteY1" fmla="*/ 547584 h 3207692"/>
                  <a:gd name="connsiteX2" fmla="*/ 761239 w 1246610"/>
                  <a:gd name="connsiteY2" fmla="*/ 1470179 h 3207692"/>
                  <a:gd name="connsiteX3" fmla="*/ 798894 w 1246610"/>
                  <a:gd name="connsiteY3" fmla="*/ 3207692 h 3207692"/>
                  <a:gd name="connsiteX4" fmla="*/ 798894 w 1246610"/>
                  <a:gd name="connsiteY4" fmla="*/ 3207692 h 3207692"/>
                  <a:gd name="connsiteX5" fmla="*/ 6806 w 1246610"/>
                  <a:gd name="connsiteY5" fmla="*/ 3207692 h 3207692"/>
                  <a:gd name="connsiteX6" fmla="*/ 6806 w 1246610"/>
                  <a:gd name="connsiteY6" fmla="*/ 3207692 h 3207692"/>
                  <a:gd name="connsiteX7" fmla="*/ 6806 w 1246610"/>
                  <a:gd name="connsiteY7" fmla="*/ 858584 h 3207692"/>
                  <a:gd name="connsiteX8" fmla="*/ 380199 w 1246610"/>
                  <a:gd name="connsiteY8" fmla="*/ 233 h 3207692"/>
                  <a:gd name="connsiteX0" fmla="*/ 380199 w 1301393"/>
                  <a:gd name="connsiteY0" fmla="*/ 233 h 3207692"/>
                  <a:gd name="connsiteX1" fmla="*/ 1298970 w 1301393"/>
                  <a:gd name="connsiteY1" fmla="*/ 547584 h 3207692"/>
                  <a:gd name="connsiteX2" fmla="*/ 761239 w 1301393"/>
                  <a:gd name="connsiteY2" fmla="*/ 1470179 h 3207692"/>
                  <a:gd name="connsiteX3" fmla="*/ 798894 w 1301393"/>
                  <a:gd name="connsiteY3" fmla="*/ 3207692 h 3207692"/>
                  <a:gd name="connsiteX4" fmla="*/ 798894 w 1301393"/>
                  <a:gd name="connsiteY4" fmla="*/ 3207692 h 3207692"/>
                  <a:gd name="connsiteX5" fmla="*/ 6806 w 1301393"/>
                  <a:gd name="connsiteY5" fmla="*/ 3207692 h 3207692"/>
                  <a:gd name="connsiteX6" fmla="*/ 6806 w 1301393"/>
                  <a:gd name="connsiteY6" fmla="*/ 3207692 h 3207692"/>
                  <a:gd name="connsiteX7" fmla="*/ 6806 w 1301393"/>
                  <a:gd name="connsiteY7" fmla="*/ 858584 h 3207692"/>
                  <a:gd name="connsiteX8" fmla="*/ 380199 w 1301393"/>
                  <a:gd name="connsiteY8" fmla="*/ 233 h 3207692"/>
                  <a:gd name="connsiteX0" fmla="*/ 380199 w 1301394"/>
                  <a:gd name="connsiteY0" fmla="*/ 233 h 3207692"/>
                  <a:gd name="connsiteX1" fmla="*/ 1298970 w 1301394"/>
                  <a:gd name="connsiteY1" fmla="*/ 547584 h 3207692"/>
                  <a:gd name="connsiteX2" fmla="*/ 761239 w 1301394"/>
                  <a:gd name="connsiteY2" fmla="*/ 1470179 h 3207692"/>
                  <a:gd name="connsiteX3" fmla="*/ 798894 w 1301394"/>
                  <a:gd name="connsiteY3" fmla="*/ 3207692 h 3207692"/>
                  <a:gd name="connsiteX4" fmla="*/ 798894 w 1301394"/>
                  <a:gd name="connsiteY4" fmla="*/ 3207692 h 3207692"/>
                  <a:gd name="connsiteX5" fmla="*/ 6806 w 1301394"/>
                  <a:gd name="connsiteY5" fmla="*/ 3207692 h 3207692"/>
                  <a:gd name="connsiteX6" fmla="*/ 6806 w 1301394"/>
                  <a:gd name="connsiteY6" fmla="*/ 3207692 h 3207692"/>
                  <a:gd name="connsiteX7" fmla="*/ 6806 w 1301394"/>
                  <a:gd name="connsiteY7" fmla="*/ 858584 h 3207692"/>
                  <a:gd name="connsiteX8" fmla="*/ 380199 w 1301394"/>
                  <a:gd name="connsiteY8" fmla="*/ 233 h 3207692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380199 w 1318174"/>
                  <a:gd name="connsiteY0" fmla="*/ 211 h 3207670"/>
                  <a:gd name="connsiteX1" fmla="*/ 1298970 w 1318174"/>
                  <a:gd name="connsiteY1" fmla="*/ 547562 h 3207670"/>
                  <a:gd name="connsiteX2" fmla="*/ 761239 w 1318174"/>
                  <a:gd name="connsiteY2" fmla="*/ 1470157 h 3207670"/>
                  <a:gd name="connsiteX3" fmla="*/ 798894 w 1318174"/>
                  <a:gd name="connsiteY3" fmla="*/ 3207670 h 3207670"/>
                  <a:gd name="connsiteX4" fmla="*/ 798894 w 1318174"/>
                  <a:gd name="connsiteY4" fmla="*/ 3207670 h 3207670"/>
                  <a:gd name="connsiteX5" fmla="*/ 6806 w 1318174"/>
                  <a:gd name="connsiteY5" fmla="*/ 3207670 h 3207670"/>
                  <a:gd name="connsiteX6" fmla="*/ 6806 w 1318174"/>
                  <a:gd name="connsiteY6" fmla="*/ 3207670 h 3207670"/>
                  <a:gd name="connsiteX7" fmla="*/ 6806 w 1318174"/>
                  <a:gd name="connsiteY7" fmla="*/ 858562 h 3207670"/>
                  <a:gd name="connsiteX8" fmla="*/ 380199 w 1318174"/>
                  <a:gd name="connsiteY8" fmla="*/ 211 h 3207670"/>
                  <a:gd name="connsiteX0" fmla="*/ 658146 w 1319958"/>
                  <a:gd name="connsiteY0" fmla="*/ 211 h 3207670"/>
                  <a:gd name="connsiteX1" fmla="*/ 1292164 w 1319958"/>
                  <a:gd name="connsiteY1" fmla="*/ 547562 h 3207670"/>
                  <a:gd name="connsiteX2" fmla="*/ 754433 w 1319958"/>
                  <a:gd name="connsiteY2" fmla="*/ 1470157 h 3207670"/>
                  <a:gd name="connsiteX3" fmla="*/ 792088 w 1319958"/>
                  <a:gd name="connsiteY3" fmla="*/ 3207670 h 3207670"/>
                  <a:gd name="connsiteX4" fmla="*/ 792088 w 1319958"/>
                  <a:gd name="connsiteY4" fmla="*/ 3207670 h 3207670"/>
                  <a:gd name="connsiteX5" fmla="*/ 0 w 1319958"/>
                  <a:gd name="connsiteY5" fmla="*/ 3207670 h 3207670"/>
                  <a:gd name="connsiteX6" fmla="*/ 0 w 1319958"/>
                  <a:gd name="connsiteY6" fmla="*/ 3207670 h 3207670"/>
                  <a:gd name="connsiteX7" fmla="*/ 0 w 1319958"/>
                  <a:gd name="connsiteY7" fmla="*/ 858562 h 3207670"/>
                  <a:gd name="connsiteX8" fmla="*/ 658146 w 1319958"/>
                  <a:gd name="connsiteY8" fmla="*/ 211 h 3207670"/>
                  <a:gd name="connsiteX0" fmla="*/ 786963 w 1326878"/>
                  <a:gd name="connsiteY0" fmla="*/ 205 h 3212949"/>
                  <a:gd name="connsiteX1" fmla="*/ 1292164 w 1326878"/>
                  <a:gd name="connsiteY1" fmla="*/ 552841 h 3212949"/>
                  <a:gd name="connsiteX2" fmla="*/ 754433 w 1326878"/>
                  <a:gd name="connsiteY2" fmla="*/ 1475436 h 3212949"/>
                  <a:gd name="connsiteX3" fmla="*/ 792088 w 1326878"/>
                  <a:gd name="connsiteY3" fmla="*/ 3212949 h 3212949"/>
                  <a:gd name="connsiteX4" fmla="*/ 792088 w 1326878"/>
                  <a:gd name="connsiteY4" fmla="*/ 3212949 h 3212949"/>
                  <a:gd name="connsiteX5" fmla="*/ 0 w 1326878"/>
                  <a:gd name="connsiteY5" fmla="*/ 3212949 h 3212949"/>
                  <a:gd name="connsiteX6" fmla="*/ 0 w 1326878"/>
                  <a:gd name="connsiteY6" fmla="*/ 3212949 h 3212949"/>
                  <a:gd name="connsiteX7" fmla="*/ 0 w 1326878"/>
                  <a:gd name="connsiteY7" fmla="*/ 863841 h 3212949"/>
                  <a:gd name="connsiteX8" fmla="*/ 786963 w 1326878"/>
                  <a:gd name="connsiteY8" fmla="*/ 205 h 3212949"/>
                  <a:gd name="connsiteX0" fmla="*/ 786963 w 1279105"/>
                  <a:gd name="connsiteY0" fmla="*/ 234 h 3212978"/>
                  <a:gd name="connsiteX1" fmla="*/ 1240608 w 1279105"/>
                  <a:gd name="connsiteY1" fmla="*/ 522725 h 3212978"/>
                  <a:gd name="connsiteX2" fmla="*/ 754433 w 1279105"/>
                  <a:gd name="connsiteY2" fmla="*/ 1475465 h 3212978"/>
                  <a:gd name="connsiteX3" fmla="*/ 792088 w 1279105"/>
                  <a:gd name="connsiteY3" fmla="*/ 3212978 h 3212978"/>
                  <a:gd name="connsiteX4" fmla="*/ 792088 w 1279105"/>
                  <a:gd name="connsiteY4" fmla="*/ 3212978 h 3212978"/>
                  <a:gd name="connsiteX5" fmla="*/ 0 w 1279105"/>
                  <a:gd name="connsiteY5" fmla="*/ 3212978 h 3212978"/>
                  <a:gd name="connsiteX6" fmla="*/ 0 w 1279105"/>
                  <a:gd name="connsiteY6" fmla="*/ 3212978 h 3212978"/>
                  <a:gd name="connsiteX7" fmla="*/ 0 w 1279105"/>
                  <a:gd name="connsiteY7" fmla="*/ 863870 h 3212978"/>
                  <a:gd name="connsiteX8" fmla="*/ 786963 w 1279105"/>
                  <a:gd name="connsiteY8" fmla="*/ 234 h 3212978"/>
                  <a:gd name="connsiteX0" fmla="*/ 786963 w 1232192"/>
                  <a:gd name="connsiteY0" fmla="*/ 272 h 3213016"/>
                  <a:gd name="connsiteX1" fmla="*/ 1189052 w 1232192"/>
                  <a:gd name="connsiteY1" fmla="*/ 492618 h 3213016"/>
                  <a:gd name="connsiteX2" fmla="*/ 754433 w 1232192"/>
                  <a:gd name="connsiteY2" fmla="*/ 1475503 h 3213016"/>
                  <a:gd name="connsiteX3" fmla="*/ 792088 w 1232192"/>
                  <a:gd name="connsiteY3" fmla="*/ 3213016 h 3213016"/>
                  <a:gd name="connsiteX4" fmla="*/ 792088 w 1232192"/>
                  <a:gd name="connsiteY4" fmla="*/ 3213016 h 3213016"/>
                  <a:gd name="connsiteX5" fmla="*/ 0 w 1232192"/>
                  <a:gd name="connsiteY5" fmla="*/ 3213016 h 3213016"/>
                  <a:gd name="connsiteX6" fmla="*/ 0 w 1232192"/>
                  <a:gd name="connsiteY6" fmla="*/ 3213016 h 3213016"/>
                  <a:gd name="connsiteX7" fmla="*/ 0 w 1232192"/>
                  <a:gd name="connsiteY7" fmla="*/ 863908 h 3213016"/>
                  <a:gd name="connsiteX8" fmla="*/ 786963 w 1232192"/>
                  <a:gd name="connsiteY8" fmla="*/ 272 h 3213016"/>
                  <a:gd name="connsiteX0" fmla="*/ 883632 w 1244333"/>
                  <a:gd name="connsiteY0" fmla="*/ 288 h 3202984"/>
                  <a:gd name="connsiteX1" fmla="*/ 1189052 w 1244333"/>
                  <a:gd name="connsiteY1" fmla="*/ 482586 h 3202984"/>
                  <a:gd name="connsiteX2" fmla="*/ 754433 w 1244333"/>
                  <a:gd name="connsiteY2" fmla="*/ 1465471 h 3202984"/>
                  <a:gd name="connsiteX3" fmla="*/ 792088 w 1244333"/>
                  <a:gd name="connsiteY3" fmla="*/ 3202984 h 3202984"/>
                  <a:gd name="connsiteX4" fmla="*/ 792088 w 1244333"/>
                  <a:gd name="connsiteY4" fmla="*/ 3202984 h 3202984"/>
                  <a:gd name="connsiteX5" fmla="*/ 0 w 1244333"/>
                  <a:gd name="connsiteY5" fmla="*/ 3202984 h 3202984"/>
                  <a:gd name="connsiteX6" fmla="*/ 0 w 1244333"/>
                  <a:gd name="connsiteY6" fmla="*/ 3202984 h 3202984"/>
                  <a:gd name="connsiteX7" fmla="*/ 0 w 1244333"/>
                  <a:gd name="connsiteY7" fmla="*/ 853876 h 3202984"/>
                  <a:gd name="connsiteX8" fmla="*/ 883632 w 1244333"/>
                  <a:gd name="connsiteY8" fmla="*/ 288 h 3202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333" h="3202984">
                    <a:moveTo>
                      <a:pt x="883632" y="288"/>
                    </a:moveTo>
                    <a:cubicBezTo>
                      <a:pt x="1159064" y="-7889"/>
                      <a:pt x="1341397" y="158219"/>
                      <a:pt x="1189052" y="482586"/>
                    </a:cubicBezTo>
                    <a:cubicBezTo>
                      <a:pt x="975620" y="911727"/>
                      <a:pt x="739017" y="984814"/>
                      <a:pt x="754433" y="1465471"/>
                    </a:cubicBezTo>
                    <a:cubicBezTo>
                      <a:pt x="763047" y="1992441"/>
                      <a:pt x="773014" y="2384949"/>
                      <a:pt x="792088" y="3202984"/>
                    </a:cubicBezTo>
                    <a:lnTo>
                      <a:pt x="792088" y="3202984"/>
                    </a:lnTo>
                    <a:lnTo>
                      <a:pt x="0" y="3202984"/>
                    </a:lnTo>
                    <a:lnTo>
                      <a:pt x="0" y="3202984"/>
                    </a:lnTo>
                    <a:lnTo>
                      <a:pt x="0" y="853876"/>
                    </a:lnTo>
                    <a:cubicBezTo>
                      <a:pt x="19874" y="235997"/>
                      <a:pt x="377849" y="5161"/>
                      <a:pt x="883632" y="28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9" name="Round Same Side Corner Rectangle 8">
                <a:extLst>
                  <a:ext uri="{FF2B5EF4-FFF2-40B4-BE49-F238E27FC236}">
                    <a16:creationId xmlns:a16="http://schemas.microsoft.com/office/drawing/2014/main" xmlns="" id="{5B8FDD20-971F-448A-9261-341BB1276222}"/>
                  </a:ext>
                </a:extLst>
              </p:cNvPr>
              <p:cNvSpPr/>
              <p:nvPr/>
            </p:nvSpPr>
            <p:spPr>
              <a:xfrm rot="10800000">
                <a:off x="4958576" y="2197645"/>
                <a:ext cx="1601768" cy="3212297"/>
              </a:xfrm>
              <a:custGeom>
                <a:avLst/>
                <a:gdLst>
                  <a:gd name="connsiteX0" fmla="*/ 306000 w 612000"/>
                  <a:gd name="connsiteY0" fmla="*/ 0 h 2817001"/>
                  <a:gd name="connsiteX1" fmla="*/ 306000 w 612000"/>
                  <a:gd name="connsiteY1" fmla="*/ 0 h 2817001"/>
                  <a:gd name="connsiteX2" fmla="*/ 612000 w 612000"/>
                  <a:gd name="connsiteY2" fmla="*/ 306000 h 2817001"/>
                  <a:gd name="connsiteX3" fmla="*/ 612000 w 612000"/>
                  <a:gd name="connsiteY3" fmla="*/ 2817001 h 2817001"/>
                  <a:gd name="connsiteX4" fmla="*/ 612000 w 612000"/>
                  <a:gd name="connsiteY4" fmla="*/ 2817001 h 2817001"/>
                  <a:gd name="connsiteX5" fmla="*/ 0 w 612000"/>
                  <a:gd name="connsiteY5" fmla="*/ 2817001 h 2817001"/>
                  <a:gd name="connsiteX6" fmla="*/ 0 w 612000"/>
                  <a:gd name="connsiteY6" fmla="*/ 2817001 h 2817001"/>
                  <a:gd name="connsiteX7" fmla="*/ 0 w 612000"/>
                  <a:gd name="connsiteY7" fmla="*/ 306000 h 2817001"/>
                  <a:gd name="connsiteX8" fmla="*/ 306000 w 612000"/>
                  <a:gd name="connsiteY8" fmla="*/ 0 h 2817001"/>
                  <a:gd name="connsiteX0" fmla="*/ 25563 w 1192801"/>
                  <a:gd name="connsiteY0" fmla="*/ 0 h 3231671"/>
                  <a:gd name="connsiteX1" fmla="*/ 886801 w 1192801"/>
                  <a:gd name="connsiteY1" fmla="*/ 414670 h 3231671"/>
                  <a:gd name="connsiteX2" fmla="*/ 1192801 w 1192801"/>
                  <a:gd name="connsiteY2" fmla="*/ 720670 h 3231671"/>
                  <a:gd name="connsiteX3" fmla="*/ 1192801 w 1192801"/>
                  <a:gd name="connsiteY3" fmla="*/ 3231671 h 3231671"/>
                  <a:gd name="connsiteX4" fmla="*/ 1192801 w 1192801"/>
                  <a:gd name="connsiteY4" fmla="*/ 3231671 h 3231671"/>
                  <a:gd name="connsiteX5" fmla="*/ 580801 w 1192801"/>
                  <a:gd name="connsiteY5" fmla="*/ 3231671 h 3231671"/>
                  <a:gd name="connsiteX6" fmla="*/ 580801 w 1192801"/>
                  <a:gd name="connsiteY6" fmla="*/ 3231671 h 3231671"/>
                  <a:gd name="connsiteX7" fmla="*/ 580801 w 1192801"/>
                  <a:gd name="connsiteY7" fmla="*/ 720670 h 3231671"/>
                  <a:gd name="connsiteX8" fmla="*/ 25563 w 1192801"/>
                  <a:gd name="connsiteY8" fmla="*/ 0 h 3231671"/>
                  <a:gd name="connsiteX0" fmla="*/ 25563 w 1192801"/>
                  <a:gd name="connsiteY0" fmla="*/ 0 h 3231671"/>
                  <a:gd name="connsiteX1" fmla="*/ 1192801 w 1192801"/>
                  <a:gd name="connsiteY1" fmla="*/ 720670 h 3231671"/>
                  <a:gd name="connsiteX2" fmla="*/ 1192801 w 1192801"/>
                  <a:gd name="connsiteY2" fmla="*/ 3231671 h 3231671"/>
                  <a:gd name="connsiteX3" fmla="*/ 1192801 w 1192801"/>
                  <a:gd name="connsiteY3" fmla="*/ 3231671 h 3231671"/>
                  <a:gd name="connsiteX4" fmla="*/ 580801 w 1192801"/>
                  <a:gd name="connsiteY4" fmla="*/ 3231671 h 3231671"/>
                  <a:gd name="connsiteX5" fmla="*/ 580801 w 1192801"/>
                  <a:gd name="connsiteY5" fmla="*/ 3231671 h 3231671"/>
                  <a:gd name="connsiteX6" fmla="*/ 580801 w 1192801"/>
                  <a:gd name="connsiteY6" fmla="*/ 720670 h 3231671"/>
                  <a:gd name="connsiteX7" fmla="*/ 25563 w 1192801"/>
                  <a:gd name="connsiteY7" fmla="*/ 0 h 3231671"/>
                  <a:gd name="connsiteX0" fmla="*/ 30147 w 1197385"/>
                  <a:gd name="connsiteY0" fmla="*/ 0 h 3231671"/>
                  <a:gd name="connsiteX1" fmla="*/ 1197385 w 1197385"/>
                  <a:gd name="connsiteY1" fmla="*/ 720670 h 3231671"/>
                  <a:gd name="connsiteX2" fmla="*/ 1197385 w 1197385"/>
                  <a:gd name="connsiteY2" fmla="*/ 3231671 h 3231671"/>
                  <a:gd name="connsiteX3" fmla="*/ 1197385 w 1197385"/>
                  <a:gd name="connsiteY3" fmla="*/ 3231671 h 3231671"/>
                  <a:gd name="connsiteX4" fmla="*/ 585385 w 1197385"/>
                  <a:gd name="connsiteY4" fmla="*/ 3231671 h 3231671"/>
                  <a:gd name="connsiteX5" fmla="*/ 585385 w 1197385"/>
                  <a:gd name="connsiteY5" fmla="*/ 3231671 h 3231671"/>
                  <a:gd name="connsiteX6" fmla="*/ 457794 w 1197385"/>
                  <a:gd name="connsiteY6" fmla="*/ 1018382 h 3231671"/>
                  <a:gd name="connsiteX7" fmla="*/ 30147 w 1197385"/>
                  <a:gd name="connsiteY7" fmla="*/ 0 h 3231671"/>
                  <a:gd name="connsiteX0" fmla="*/ 311465 w 1478703"/>
                  <a:gd name="connsiteY0" fmla="*/ 1443 h 3233114"/>
                  <a:gd name="connsiteX1" fmla="*/ 1478703 w 1478703"/>
                  <a:gd name="connsiteY1" fmla="*/ 722113 h 3233114"/>
                  <a:gd name="connsiteX2" fmla="*/ 1478703 w 1478703"/>
                  <a:gd name="connsiteY2" fmla="*/ 3233114 h 3233114"/>
                  <a:gd name="connsiteX3" fmla="*/ 1478703 w 1478703"/>
                  <a:gd name="connsiteY3" fmla="*/ 3233114 h 3233114"/>
                  <a:gd name="connsiteX4" fmla="*/ 866703 w 1478703"/>
                  <a:gd name="connsiteY4" fmla="*/ 3233114 h 3233114"/>
                  <a:gd name="connsiteX5" fmla="*/ 866703 w 1478703"/>
                  <a:gd name="connsiteY5" fmla="*/ 3233114 h 3233114"/>
                  <a:gd name="connsiteX6" fmla="*/ 739112 w 1478703"/>
                  <a:gd name="connsiteY6" fmla="*/ 1019825 h 3233114"/>
                  <a:gd name="connsiteX7" fmla="*/ 15213 w 1478703"/>
                  <a:gd name="connsiteY7" fmla="*/ 1379751 h 3233114"/>
                  <a:gd name="connsiteX8" fmla="*/ 311465 w 1478703"/>
                  <a:gd name="connsiteY8" fmla="*/ 1443 h 3233114"/>
                  <a:gd name="connsiteX0" fmla="*/ 188447 w 1355685"/>
                  <a:gd name="connsiteY0" fmla="*/ 1409 h 3233080"/>
                  <a:gd name="connsiteX1" fmla="*/ 1355685 w 1355685"/>
                  <a:gd name="connsiteY1" fmla="*/ 722079 h 3233080"/>
                  <a:gd name="connsiteX2" fmla="*/ 1355685 w 1355685"/>
                  <a:gd name="connsiteY2" fmla="*/ 3233080 h 3233080"/>
                  <a:gd name="connsiteX3" fmla="*/ 1355685 w 1355685"/>
                  <a:gd name="connsiteY3" fmla="*/ 3233080 h 3233080"/>
                  <a:gd name="connsiteX4" fmla="*/ 743685 w 1355685"/>
                  <a:gd name="connsiteY4" fmla="*/ 3233080 h 3233080"/>
                  <a:gd name="connsiteX5" fmla="*/ 743685 w 1355685"/>
                  <a:gd name="connsiteY5" fmla="*/ 3233080 h 3233080"/>
                  <a:gd name="connsiteX6" fmla="*/ 616094 w 1355685"/>
                  <a:gd name="connsiteY6" fmla="*/ 1019791 h 3233080"/>
                  <a:gd name="connsiteX7" fmla="*/ 30418 w 1355685"/>
                  <a:gd name="connsiteY7" fmla="*/ 1411615 h 3233080"/>
                  <a:gd name="connsiteX8" fmla="*/ 188447 w 1355685"/>
                  <a:gd name="connsiteY8" fmla="*/ 1409 h 3233080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572369 w 1572369"/>
                  <a:gd name="connsiteY1" fmla="*/ 722664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476676 w 1572369"/>
                  <a:gd name="connsiteY1" fmla="*/ 935315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05131 w 1572369"/>
                  <a:gd name="connsiteY0" fmla="*/ 1994 h 3233665"/>
                  <a:gd name="connsiteX1" fmla="*/ 1476676 w 1572369"/>
                  <a:gd name="connsiteY1" fmla="*/ 935315 h 3233665"/>
                  <a:gd name="connsiteX2" fmla="*/ 1572369 w 1572369"/>
                  <a:gd name="connsiteY2" fmla="*/ 3233665 h 3233665"/>
                  <a:gd name="connsiteX3" fmla="*/ 1572369 w 1572369"/>
                  <a:gd name="connsiteY3" fmla="*/ 3233665 h 3233665"/>
                  <a:gd name="connsiteX4" fmla="*/ 960369 w 1572369"/>
                  <a:gd name="connsiteY4" fmla="*/ 3233665 h 3233665"/>
                  <a:gd name="connsiteX5" fmla="*/ 960369 w 1572369"/>
                  <a:gd name="connsiteY5" fmla="*/ 3233665 h 3233665"/>
                  <a:gd name="connsiteX6" fmla="*/ 832778 w 1572369"/>
                  <a:gd name="connsiteY6" fmla="*/ 1020376 h 3233665"/>
                  <a:gd name="connsiteX7" fmla="*/ 247102 w 1572369"/>
                  <a:gd name="connsiteY7" fmla="*/ 1412200 h 3233665"/>
                  <a:gd name="connsiteX8" fmla="*/ 405131 w 1572369"/>
                  <a:gd name="connsiteY8" fmla="*/ 1994 h 3233665"/>
                  <a:gd name="connsiteX0" fmla="*/ 454087 w 1557530"/>
                  <a:gd name="connsiteY0" fmla="*/ 2221 h 3138199"/>
                  <a:gd name="connsiteX1" fmla="*/ 1461837 w 1557530"/>
                  <a:gd name="connsiteY1" fmla="*/ 839849 h 3138199"/>
                  <a:gd name="connsiteX2" fmla="*/ 1557530 w 1557530"/>
                  <a:gd name="connsiteY2" fmla="*/ 3138199 h 3138199"/>
                  <a:gd name="connsiteX3" fmla="*/ 1557530 w 1557530"/>
                  <a:gd name="connsiteY3" fmla="*/ 3138199 h 3138199"/>
                  <a:gd name="connsiteX4" fmla="*/ 945530 w 1557530"/>
                  <a:gd name="connsiteY4" fmla="*/ 3138199 h 3138199"/>
                  <a:gd name="connsiteX5" fmla="*/ 945530 w 1557530"/>
                  <a:gd name="connsiteY5" fmla="*/ 3138199 h 3138199"/>
                  <a:gd name="connsiteX6" fmla="*/ 817939 w 1557530"/>
                  <a:gd name="connsiteY6" fmla="*/ 924910 h 3138199"/>
                  <a:gd name="connsiteX7" fmla="*/ 232263 w 1557530"/>
                  <a:gd name="connsiteY7" fmla="*/ 1316734 h 3138199"/>
                  <a:gd name="connsiteX8" fmla="*/ 454087 w 1557530"/>
                  <a:gd name="connsiteY8" fmla="*/ 2221 h 3138199"/>
                  <a:gd name="connsiteX0" fmla="*/ 458217 w 1561660"/>
                  <a:gd name="connsiteY0" fmla="*/ 54 h 3136032"/>
                  <a:gd name="connsiteX1" fmla="*/ 1465967 w 1561660"/>
                  <a:gd name="connsiteY1" fmla="*/ 837682 h 3136032"/>
                  <a:gd name="connsiteX2" fmla="*/ 1561660 w 1561660"/>
                  <a:gd name="connsiteY2" fmla="*/ 3136032 h 3136032"/>
                  <a:gd name="connsiteX3" fmla="*/ 1561660 w 1561660"/>
                  <a:gd name="connsiteY3" fmla="*/ 3136032 h 3136032"/>
                  <a:gd name="connsiteX4" fmla="*/ 949660 w 1561660"/>
                  <a:gd name="connsiteY4" fmla="*/ 3136032 h 3136032"/>
                  <a:gd name="connsiteX5" fmla="*/ 949660 w 1561660"/>
                  <a:gd name="connsiteY5" fmla="*/ 3136032 h 3136032"/>
                  <a:gd name="connsiteX6" fmla="*/ 822069 w 1561660"/>
                  <a:gd name="connsiteY6" fmla="*/ 922743 h 3136032"/>
                  <a:gd name="connsiteX7" fmla="*/ 236393 w 1561660"/>
                  <a:gd name="connsiteY7" fmla="*/ 1314567 h 3136032"/>
                  <a:gd name="connsiteX8" fmla="*/ 458217 w 1561660"/>
                  <a:gd name="connsiteY8" fmla="*/ 54 h 3136032"/>
                  <a:gd name="connsiteX0" fmla="*/ 458217 w 1561660"/>
                  <a:gd name="connsiteY0" fmla="*/ 53790 h 3189768"/>
                  <a:gd name="connsiteX1" fmla="*/ 1465967 w 1561660"/>
                  <a:gd name="connsiteY1" fmla="*/ 891418 h 3189768"/>
                  <a:gd name="connsiteX2" fmla="*/ 1561660 w 1561660"/>
                  <a:gd name="connsiteY2" fmla="*/ 3189768 h 3189768"/>
                  <a:gd name="connsiteX3" fmla="*/ 1561660 w 1561660"/>
                  <a:gd name="connsiteY3" fmla="*/ 3189768 h 3189768"/>
                  <a:gd name="connsiteX4" fmla="*/ 949660 w 1561660"/>
                  <a:gd name="connsiteY4" fmla="*/ 3189768 h 3189768"/>
                  <a:gd name="connsiteX5" fmla="*/ 949660 w 1561660"/>
                  <a:gd name="connsiteY5" fmla="*/ 3189768 h 3189768"/>
                  <a:gd name="connsiteX6" fmla="*/ 822069 w 1561660"/>
                  <a:gd name="connsiteY6" fmla="*/ 976479 h 3189768"/>
                  <a:gd name="connsiteX7" fmla="*/ 236393 w 1561660"/>
                  <a:gd name="connsiteY7" fmla="*/ 1368303 h 3189768"/>
                  <a:gd name="connsiteX8" fmla="*/ 458217 w 1561660"/>
                  <a:gd name="connsiteY8" fmla="*/ 53790 h 3189768"/>
                  <a:gd name="connsiteX0" fmla="*/ 473561 w 1577004"/>
                  <a:gd name="connsiteY0" fmla="*/ 53790 h 3189768"/>
                  <a:gd name="connsiteX1" fmla="*/ 1481311 w 1577004"/>
                  <a:gd name="connsiteY1" fmla="*/ 891418 h 3189768"/>
                  <a:gd name="connsiteX2" fmla="*/ 1577004 w 1577004"/>
                  <a:gd name="connsiteY2" fmla="*/ 3189768 h 3189768"/>
                  <a:gd name="connsiteX3" fmla="*/ 1577004 w 1577004"/>
                  <a:gd name="connsiteY3" fmla="*/ 3189768 h 3189768"/>
                  <a:gd name="connsiteX4" fmla="*/ 965004 w 1577004"/>
                  <a:gd name="connsiteY4" fmla="*/ 3189768 h 3189768"/>
                  <a:gd name="connsiteX5" fmla="*/ 965004 w 1577004"/>
                  <a:gd name="connsiteY5" fmla="*/ 3189768 h 3189768"/>
                  <a:gd name="connsiteX6" fmla="*/ 837413 w 1577004"/>
                  <a:gd name="connsiteY6" fmla="*/ 976479 h 3189768"/>
                  <a:gd name="connsiteX7" fmla="*/ 251737 w 1577004"/>
                  <a:gd name="connsiteY7" fmla="*/ 1368303 h 3189768"/>
                  <a:gd name="connsiteX8" fmla="*/ 473561 w 1577004"/>
                  <a:gd name="connsiteY8" fmla="*/ 53790 h 3189768"/>
                  <a:gd name="connsiteX0" fmla="*/ 473561 w 1577004"/>
                  <a:gd name="connsiteY0" fmla="*/ 46232 h 3182210"/>
                  <a:gd name="connsiteX1" fmla="*/ 1481311 w 1577004"/>
                  <a:gd name="connsiteY1" fmla="*/ 883860 h 3182210"/>
                  <a:gd name="connsiteX2" fmla="*/ 1577004 w 1577004"/>
                  <a:gd name="connsiteY2" fmla="*/ 3182210 h 3182210"/>
                  <a:gd name="connsiteX3" fmla="*/ 1577004 w 1577004"/>
                  <a:gd name="connsiteY3" fmla="*/ 3182210 h 3182210"/>
                  <a:gd name="connsiteX4" fmla="*/ 965004 w 1577004"/>
                  <a:gd name="connsiteY4" fmla="*/ 3182210 h 3182210"/>
                  <a:gd name="connsiteX5" fmla="*/ 965004 w 1577004"/>
                  <a:gd name="connsiteY5" fmla="*/ 3182210 h 3182210"/>
                  <a:gd name="connsiteX6" fmla="*/ 837413 w 1577004"/>
                  <a:gd name="connsiteY6" fmla="*/ 968921 h 3182210"/>
                  <a:gd name="connsiteX7" fmla="*/ 251737 w 1577004"/>
                  <a:gd name="connsiteY7" fmla="*/ 1360745 h 3182210"/>
                  <a:gd name="connsiteX8" fmla="*/ 473561 w 1577004"/>
                  <a:gd name="connsiteY8" fmla="*/ 46232 h 3182210"/>
                  <a:gd name="connsiteX0" fmla="*/ 473561 w 1577004"/>
                  <a:gd name="connsiteY0" fmla="*/ 77283 h 3213261"/>
                  <a:gd name="connsiteX1" fmla="*/ 1336258 w 1577004"/>
                  <a:gd name="connsiteY1" fmla="*/ 232848 h 3213261"/>
                  <a:gd name="connsiteX2" fmla="*/ 1481311 w 1577004"/>
                  <a:gd name="connsiteY2" fmla="*/ 914911 h 3213261"/>
                  <a:gd name="connsiteX3" fmla="*/ 1577004 w 1577004"/>
                  <a:gd name="connsiteY3" fmla="*/ 3213261 h 3213261"/>
                  <a:gd name="connsiteX4" fmla="*/ 1577004 w 1577004"/>
                  <a:gd name="connsiteY4" fmla="*/ 3213261 h 3213261"/>
                  <a:gd name="connsiteX5" fmla="*/ 965004 w 1577004"/>
                  <a:gd name="connsiteY5" fmla="*/ 3213261 h 3213261"/>
                  <a:gd name="connsiteX6" fmla="*/ 965004 w 1577004"/>
                  <a:gd name="connsiteY6" fmla="*/ 3213261 h 3213261"/>
                  <a:gd name="connsiteX7" fmla="*/ 837413 w 1577004"/>
                  <a:gd name="connsiteY7" fmla="*/ 999972 h 3213261"/>
                  <a:gd name="connsiteX8" fmla="*/ 251737 w 1577004"/>
                  <a:gd name="connsiteY8" fmla="*/ 1391796 h 3213261"/>
                  <a:gd name="connsiteX9" fmla="*/ 473561 w 1577004"/>
                  <a:gd name="connsiteY9" fmla="*/ 77283 h 3213261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368156 w 1577004"/>
                  <a:gd name="connsiteY2" fmla="*/ 294550 h 3211167"/>
                  <a:gd name="connsiteX3" fmla="*/ 1481311 w 1577004"/>
                  <a:gd name="connsiteY3" fmla="*/ 912817 h 3211167"/>
                  <a:gd name="connsiteX4" fmla="*/ 1577004 w 1577004"/>
                  <a:gd name="connsiteY4" fmla="*/ 3211167 h 3211167"/>
                  <a:gd name="connsiteX5" fmla="*/ 1577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965004 w 1577004"/>
                  <a:gd name="connsiteY7" fmla="*/ 3211167 h 3211167"/>
                  <a:gd name="connsiteX8" fmla="*/ 837413 w 1577004"/>
                  <a:gd name="connsiteY8" fmla="*/ 997878 h 3211167"/>
                  <a:gd name="connsiteX9" fmla="*/ 251737 w 1577004"/>
                  <a:gd name="connsiteY9" fmla="*/ 1389702 h 3211167"/>
                  <a:gd name="connsiteX10" fmla="*/ 473561 w 1577004"/>
                  <a:gd name="connsiteY10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368156 w 1577004"/>
                  <a:gd name="connsiteY2" fmla="*/ 294550 h 3211167"/>
                  <a:gd name="connsiteX3" fmla="*/ 1481311 w 1577004"/>
                  <a:gd name="connsiteY3" fmla="*/ 912817 h 3211167"/>
                  <a:gd name="connsiteX4" fmla="*/ 1577004 w 1577004"/>
                  <a:gd name="connsiteY4" fmla="*/ 3211167 h 3211167"/>
                  <a:gd name="connsiteX5" fmla="*/ 1577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965004 w 1577004"/>
                  <a:gd name="connsiteY7" fmla="*/ 3211167 h 3211167"/>
                  <a:gd name="connsiteX8" fmla="*/ 837413 w 1577004"/>
                  <a:gd name="connsiteY8" fmla="*/ 997878 h 3211167"/>
                  <a:gd name="connsiteX9" fmla="*/ 251737 w 1577004"/>
                  <a:gd name="connsiteY9" fmla="*/ 1389702 h 3211167"/>
                  <a:gd name="connsiteX10" fmla="*/ 473561 w 1577004"/>
                  <a:gd name="connsiteY10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75189 h 3211167"/>
                  <a:gd name="connsiteX1" fmla="*/ 1336258 w 1577004"/>
                  <a:gd name="connsiteY1" fmla="*/ 241387 h 3211167"/>
                  <a:gd name="connsiteX2" fmla="*/ 1481311 w 1577004"/>
                  <a:gd name="connsiteY2" fmla="*/ 912817 h 3211167"/>
                  <a:gd name="connsiteX3" fmla="*/ 1577004 w 1577004"/>
                  <a:gd name="connsiteY3" fmla="*/ 3211167 h 3211167"/>
                  <a:gd name="connsiteX4" fmla="*/ 1577004 w 1577004"/>
                  <a:gd name="connsiteY4" fmla="*/ 3211167 h 3211167"/>
                  <a:gd name="connsiteX5" fmla="*/ 965004 w 1577004"/>
                  <a:gd name="connsiteY5" fmla="*/ 3211167 h 3211167"/>
                  <a:gd name="connsiteX6" fmla="*/ 965004 w 1577004"/>
                  <a:gd name="connsiteY6" fmla="*/ 3211167 h 3211167"/>
                  <a:gd name="connsiteX7" fmla="*/ 837413 w 1577004"/>
                  <a:gd name="connsiteY7" fmla="*/ 997878 h 3211167"/>
                  <a:gd name="connsiteX8" fmla="*/ 251737 w 1577004"/>
                  <a:gd name="connsiteY8" fmla="*/ 1389702 h 3211167"/>
                  <a:gd name="connsiteX9" fmla="*/ 473561 w 1577004"/>
                  <a:gd name="connsiteY9" fmla="*/ 75189 h 3211167"/>
                  <a:gd name="connsiteX0" fmla="*/ 473561 w 1577004"/>
                  <a:gd name="connsiteY0" fmla="*/ 10211 h 3146189"/>
                  <a:gd name="connsiteX1" fmla="*/ 1481311 w 1577004"/>
                  <a:gd name="connsiteY1" fmla="*/ 847839 h 3146189"/>
                  <a:gd name="connsiteX2" fmla="*/ 1577004 w 1577004"/>
                  <a:gd name="connsiteY2" fmla="*/ 3146189 h 3146189"/>
                  <a:gd name="connsiteX3" fmla="*/ 1577004 w 1577004"/>
                  <a:gd name="connsiteY3" fmla="*/ 3146189 h 3146189"/>
                  <a:gd name="connsiteX4" fmla="*/ 965004 w 1577004"/>
                  <a:gd name="connsiteY4" fmla="*/ 3146189 h 3146189"/>
                  <a:gd name="connsiteX5" fmla="*/ 965004 w 1577004"/>
                  <a:gd name="connsiteY5" fmla="*/ 3146189 h 3146189"/>
                  <a:gd name="connsiteX6" fmla="*/ 837413 w 1577004"/>
                  <a:gd name="connsiteY6" fmla="*/ 932900 h 3146189"/>
                  <a:gd name="connsiteX7" fmla="*/ 251737 w 1577004"/>
                  <a:gd name="connsiteY7" fmla="*/ 1324724 h 3146189"/>
                  <a:gd name="connsiteX8" fmla="*/ 473561 w 1577004"/>
                  <a:gd name="connsiteY8" fmla="*/ 10211 h 3146189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37413 w 1577004"/>
                  <a:gd name="connsiteY6" fmla="*/ 1004433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79944 w 1577004"/>
                  <a:gd name="connsiteY6" fmla="*/ 1068228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79944 w 1577004"/>
                  <a:gd name="connsiteY6" fmla="*/ 1068228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77004 w 1577004"/>
                  <a:gd name="connsiteY2" fmla="*/ 3217722 h 3217722"/>
                  <a:gd name="connsiteX3" fmla="*/ 1577004 w 1577004"/>
                  <a:gd name="connsiteY3" fmla="*/ 3217722 h 3217722"/>
                  <a:gd name="connsiteX4" fmla="*/ 965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879944 w 1577004"/>
                  <a:gd name="connsiteY6" fmla="*/ 1068228 h 3217722"/>
                  <a:gd name="connsiteX7" fmla="*/ 251737 w 1577004"/>
                  <a:gd name="connsiteY7" fmla="*/ 1396257 h 3217722"/>
                  <a:gd name="connsiteX8" fmla="*/ 473561 w 1577004"/>
                  <a:gd name="connsiteY8" fmla="*/ 81744 h 3217722"/>
                  <a:gd name="connsiteX0" fmla="*/ 473561 w 1577004"/>
                  <a:gd name="connsiteY0" fmla="*/ 81744 h 3217722"/>
                  <a:gd name="connsiteX1" fmla="*/ 1481311 w 1577004"/>
                  <a:gd name="connsiteY1" fmla="*/ 919372 h 3217722"/>
                  <a:gd name="connsiteX2" fmla="*/ 1538277 w 1577004"/>
                  <a:gd name="connsiteY2" fmla="*/ 960324 h 3217722"/>
                  <a:gd name="connsiteX3" fmla="*/ 1577004 w 1577004"/>
                  <a:gd name="connsiteY3" fmla="*/ 3217722 h 3217722"/>
                  <a:gd name="connsiteX4" fmla="*/ 1577004 w 1577004"/>
                  <a:gd name="connsiteY4" fmla="*/ 3217722 h 3217722"/>
                  <a:gd name="connsiteX5" fmla="*/ 965004 w 1577004"/>
                  <a:gd name="connsiteY5" fmla="*/ 3217722 h 3217722"/>
                  <a:gd name="connsiteX6" fmla="*/ 965004 w 1577004"/>
                  <a:gd name="connsiteY6" fmla="*/ 3217722 h 3217722"/>
                  <a:gd name="connsiteX7" fmla="*/ 879944 w 1577004"/>
                  <a:gd name="connsiteY7" fmla="*/ 1068228 h 3217722"/>
                  <a:gd name="connsiteX8" fmla="*/ 251737 w 1577004"/>
                  <a:gd name="connsiteY8" fmla="*/ 1396257 h 3217722"/>
                  <a:gd name="connsiteX9" fmla="*/ 473561 w 1577004"/>
                  <a:gd name="connsiteY9" fmla="*/ 81744 h 3217722"/>
                  <a:gd name="connsiteX0" fmla="*/ 473561 w 1577004"/>
                  <a:gd name="connsiteY0" fmla="*/ 88256 h 3224234"/>
                  <a:gd name="connsiteX1" fmla="*/ 1481311 w 1577004"/>
                  <a:gd name="connsiteY1" fmla="*/ 904619 h 3224234"/>
                  <a:gd name="connsiteX2" fmla="*/ 1538277 w 1577004"/>
                  <a:gd name="connsiteY2" fmla="*/ 966836 h 3224234"/>
                  <a:gd name="connsiteX3" fmla="*/ 1577004 w 1577004"/>
                  <a:gd name="connsiteY3" fmla="*/ 3224234 h 3224234"/>
                  <a:gd name="connsiteX4" fmla="*/ 1577004 w 1577004"/>
                  <a:gd name="connsiteY4" fmla="*/ 3224234 h 3224234"/>
                  <a:gd name="connsiteX5" fmla="*/ 965004 w 1577004"/>
                  <a:gd name="connsiteY5" fmla="*/ 3224234 h 3224234"/>
                  <a:gd name="connsiteX6" fmla="*/ 965004 w 1577004"/>
                  <a:gd name="connsiteY6" fmla="*/ 3224234 h 3224234"/>
                  <a:gd name="connsiteX7" fmla="*/ 879944 w 1577004"/>
                  <a:gd name="connsiteY7" fmla="*/ 1074740 h 3224234"/>
                  <a:gd name="connsiteX8" fmla="*/ 251737 w 1577004"/>
                  <a:gd name="connsiteY8" fmla="*/ 1402769 h 3224234"/>
                  <a:gd name="connsiteX9" fmla="*/ 473561 w 1577004"/>
                  <a:gd name="connsiteY9" fmla="*/ 88256 h 3224234"/>
                  <a:gd name="connsiteX0" fmla="*/ 473561 w 1577004"/>
                  <a:gd name="connsiteY0" fmla="*/ 88256 h 3224234"/>
                  <a:gd name="connsiteX1" fmla="*/ 1481311 w 1577004"/>
                  <a:gd name="connsiteY1" fmla="*/ 904619 h 3224234"/>
                  <a:gd name="connsiteX2" fmla="*/ 1538277 w 1577004"/>
                  <a:gd name="connsiteY2" fmla="*/ 966836 h 3224234"/>
                  <a:gd name="connsiteX3" fmla="*/ 1577004 w 1577004"/>
                  <a:gd name="connsiteY3" fmla="*/ 3224234 h 3224234"/>
                  <a:gd name="connsiteX4" fmla="*/ 1577004 w 1577004"/>
                  <a:gd name="connsiteY4" fmla="*/ 3224234 h 3224234"/>
                  <a:gd name="connsiteX5" fmla="*/ 965004 w 1577004"/>
                  <a:gd name="connsiteY5" fmla="*/ 3224234 h 3224234"/>
                  <a:gd name="connsiteX6" fmla="*/ 965004 w 1577004"/>
                  <a:gd name="connsiteY6" fmla="*/ 3224234 h 3224234"/>
                  <a:gd name="connsiteX7" fmla="*/ 879944 w 1577004"/>
                  <a:gd name="connsiteY7" fmla="*/ 1074740 h 3224234"/>
                  <a:gd name="connsiteX8" fmla="*/ 251737 w 1577004"/>
                  <a:gd name="connsiteY8" fmla="*/ 1402769 h 3224234"/>
                  <a:gd name="connsiteX9" fmla="*/ 473561 w 1577004"/>
                  <a:gd name="connsiteY9" fmla="*/ 88256 h 3224234"/>
                  <a:gd name="connsiteX0" fmla="*/ 473561 w 1577004"/>
                  <a:gd name="connsiteY0" fmla="*/ 8062 h 3144040"/>
                  <a:gd name="connsiteX1" fmla="*/ 1538277 w 1577004"/>
                  <a:gd name="connsiteY1" fmla="*/ 886642 h 3144040"/>
                  <a:gd name="connsiteX2" fmla="*/ 1577004 w 1577004"/>
                  <a:gd name="connsiteY2" fmla="*/ 3144040 h 3144040"/>
                  <a:gd name="connsiteX3" fmla="*/ 1577004 w 1577004"/>
                  <a:gd name="connsiteY3" fmla="*/ 3144040 h 3144040"/>
                  <a:gd name="connsiteX4" fmla="*/ 965004 w 1577004"/>
                  <a:gd name="connsiteY4" fmla="*/ 3144040 h 3144040"/>
                  <a:gd name="connsiteX5" fmla="*/ 965004 w 1577004"/>
                  <a:gd name="connsiteY5" fmla="*/ 3144040 h 3144040"/>
                  <a:gd name="connsiteX6" fmla="*/ 879944 w 1577004"/>
                  <a:gd name="connsiteY6" fmla="*/ 994546 h 3144040"/>
                  <a:gd name="connsiteX7" fmla="*/ 251737 w 1577004"/>
                  <a:gd name="connsiteY7" fmla="*/ 1322575 h 3144040"/>
                  <a:gd name="connsiteX8" fmla="*/ 473561 w 1577004"/>
                  <a:gd name="connsiteY8" fmla="*/ 8062 h 3144040"/>
                  <a:gd name="connsiteX0" fmla="*/ 473561 w 1577004"/>
                  <a:gd name="connsiteY0" fmla="*/ 16144 h 3152122"/>
                  <a:gd name="connsiteX1" fmla="*/ 1538277 w 1577004"/>
                  <a:gd name="connsiteY1" fmla="*/ 894724 h 3152122"/>
                  <a:gd name="connsiteX2" fmla="*/ 1577004 w 1577004"/>
                  <a:gd name="connsiteY2" fmla="*/ 3152122 h 3152122"/>
                  <a:gd name="connsiteX3" fmla="*/ 1577004 w 1577004"/>
                  <a:gd name="connsiteY3" fmla="*/ 3152122 h 3152122"/>
                  <a:gd name="connsiteX4" fmla="*/ 965004 w 1577004"/>
                  <a:gd name="connsiteY4" fmla="*/ 3152122 h 3152122"/>
                  <a:gd name="connsiteX5" fmla="*/ 965004 w 1577004"/>
                  <a:gd name="connsiteY5" fmla="*/ 3152122 h 3152122"/>
                  <a:gd name="connsiteX6" fmla="*/ 879944 w 1577004"/>
                  <a:gd name="connsiteY6" fmla="*/ 1002628 h 3152122"/>
                  <a:gd name="connsiteX7" fmla="*/ 251737 w 1577004"/>
                  <a:gd name="connsiteY7" fmla="*/ 1330657 h 3152122"/>
                  <a:gd name="connsiteX8" fmla="*/ 473561 w 1577004"/>
                  <a:gd name="connsiteY8" fmla="*/ 16144 h 3152122"/>
                  <a:gd name="connsiteX0" fmla="*/ 473561 w 1577004"/>
                  <a:gd name="connsiteY0" fmla="*/ 30120 h 3166098"/>
                  <a:gd name="connsiteX1" fmla="*/ 1538277 w 1577004"/>
                  <a:gd name="connsiteY1" fmla="*/ 908700 h 3166098"/>
                  <a:gd name="connsiteX2" fmla="*/ 1577004 w 1577004"/>
                  <a:gd name="connsiteY2" fmla="*/ 3166098 h 3166098"/>
                  <a:gd name="connsiteX3" fmla="*/ 1577004 w 1577004"/>
                  <a:gd name="connsiteY3" fmla="*/ 3166098 h 3166098"/>
                  <a:gd name="connsiteX4" fmla="*/ 965004 w 1577004"/>
                  <a:gd name="connsiteY4" fmla="*/ 3166098 h 3166098"/>
                  <a:gd name="connsiteX5" fmla="*/ 965004 w 1577004"/>
                  <a:gd name="connsiteY5" fmla="*/ 3166098 h 3166098"/>
                  <a:gd name="connsiteX6" fmla="*/ 879944 w 1577004"/>
                  <a:gd name="connsiteY6" fmla="*/ 1016604 h 3166098"/>
                  <a:gd name="connsiteX7" fmla="*/ 251737 w 1577004"/>
                  <a:gd name="connsiteY7" fmla="*/ 1344633 h 3166098"/>
                  <a:gd name="connsiteX8" fmla="*/ 473561 w 1577004"/>
                  <a:gd name="connsiteY8" fmla="*/ 30120 h 3166098"/>
                  <a:gd name="connsiteX0" fmla="*/ 473561 w 1577004"/>
                  <a:gd name="connsiteY0" fmla="*/ 30120 h 3166098"/>
                  <a:gd name="connsiteX1" fmla="*/ 1538277 w 1577004"/>
                  <a:gd name="connsiteY1" fmla="*/ 908700 h 3166098"/>
                  <a:gd name="connsiteX2" fmla="*/ 1577004 w 1577004"/>
                  <a:gd name="connsiteY2" fmla="*/ 3166098 h 3166098"/>
                  <a:gd name="connsiteX3" fmla="*/ 1577004 w 1577004"/>
                  <a:gd name="connsiteY3" fmla="*/ 3166098 h 3166098"/>
                  <a:gd name="connsiteX4" fmla="*/ 965004 w 1577004"/>
                  <a:gd name="connsiteY4" fmla="*/ 3166098 h 3166098"/>
                  <a:gd name="connsiteX5" fmla="*/ 965004 w 1577004"/>
                  <a:gd name="connsiteY5" fmla="*/ 3166098 h 3166098"/>
                  <a:gd name="connsiteX6" fmla="*/ 879944 w 1577004"/>
                  <a:gd name="connsiteY6" fmla="*/ 1016604 h 3166098"/>
                  <a:gd name="connsiteX7" fmla="*/ 251737 w 1577004"/>
                  <a:gd name="connsiteY7" fmla="*/ 1344633 h 3166098"/>
                  <a:gd name="connsiteX8" fmla="*/ 473561 w 1577004"/>
                  <a:gd name="connsiteY8" fmla="*/ 30120 h 3166098"/>
                  <a:gd name="connsiteX0" fmla="*/ 473561 w 1577004"/>
                  <a:gd name="connsiteY0" fmla="*/ 30120 h 3166098"/>
                  <a:gd name="connsiteX1" fmla="*/ 1538277 w 1577004"/>
                  <a:gd name="connsiteY1" fmla="*/ 908700 h 3166098"/>
                  <a:gd name="connsiteX2" fmla="*/ 1577004 w 1577004"/>
                  <a:gd name="connsiteY2" fmla="*/ 3166098 h 3166098"/>
                  <a:gd name="connsiteX3" fmla="*/ 1577004 w 1577004"/>
                  <a:gd name="connsiteY3" fmla="*/ 3166098 h 3166098"/>
                  <a:gd name="connsiteX4" fmla="*/ 965004 w 1577004"/>
                  <a:gd name="connsiteY4" fmla="*/ 3166098 h 3166098"/>
                  <a:gd name="connsiteX5" fmla="*/ 965004 w 1577004"/>
                  <a:gd name="connsiteY5" fmla="*/ 3166098 h 3166098"/>
                  <a:gd name="connsiteX6" fmla="*/ 879944 w 1577004"/>
                  <a:gd name="connsiteY6" fmla="*/ 1016604 h 3166098"/>
                  <a:gd name="connsiteX7" fmla="*/ 251737 w 1577004"/>
                  <a:gd name="connsiteY7" fmla="*/ 1344633 h 3166098"/>
                  <a:gd name="connsiteX8" fmla="*/ 473561 w 1577004"/>
                  <a:gd name="connsiteY8" fmla="*/ 30120 h 3166098"/>
                  <a:gd name="connsiteX0" fmla="*/ 488521 w 1591964"/>
                  <a:gd name="connsiteY0" fmla="*/ 30120 h 3166098"/>
                  <a:gd name="connsiteX1" fmla="*/ 1553237 w 1591964"/>
                  <a:gd name="connsiteY1" fmla="*/ 908700 h 3166098"/>
                  <a:gd name="connsiteX2" fmla="*/ 1591964 w 1591964"/>
                  <a:gd name="connsiteY2" fmla="*/ 3166098 h 3166098"/>
                  <a:gd name="connsiteX3" fmla="*/ 1591964 w 1591964"/>
                  <a:gd name="connsiteY3" fmla="*/ 3166098 h 3166098"/>
                  <a:gd name="connsiteX4" fmla="*/ 979964 w 1591964"/>
                  <a:gd name="connsiteY4" fmla="*/ 3166098 h 3166098"/>
                  <a:gd name="connsiteX5" fmla="*/ 979964 w 1591964"/>
                  <a:gd name="connsiteY5" fmla="*/ 3166098 h 3166098"/>
                  <a:gd name="connsiteX6" fmla="*/ 894904 w 1591964"/>
                  <a:gd name="connsiteY6" fmla="*/ 1016604 h 3166098"/>
                  <a:gd name="connsiteX7" fmla="*/ 266697 w 1591964"/>
                  <a:gd name="connsiteY7" fmla="*/ 1344633 h 3166098"/>
                  <a:gd name="connsiteX8" fmla="*/ 488521 w 1591964"/>
                  <a:gd name="connsiteY8" fmla="*/ 30120 h 3166098"/>
                  <a:gd name="connsiteX0" fmla="*/ 488521 w 1591964"/>
                  <a:gd name="connsiteY0" fmla="*/ 9506 h 3145484"/>
                  <a:gd name="connsiteX1" fmla="*/ 1553237 w 1591964"/>
                  <a:gd name="connsiteY1" fmla="*/ 888086 h 3145484"/>
                  <a:gd name="connsiteX2" fmla="*/ 1591964 w 1591964"/>
                  <a:gd name="connsiteY2" fmla="*/ 3145484 h 3145484"/>
                  <a:gd name="connsiteX3" fmla="*/ 1591964 w 1591964"/>
                  <a:gd name="connsiteY3" fmla="*/ 3145484 h 3145484"/>
                  <a:gd name="connsiteX4" fmla="*/ 979964 w 1591964"/>
                  <a:gd name="connsiteY4" fmla="*/ 3145484 h 3145484"/>
                  <a:gd name="connsiteX5" fmla="*/ 979964 w 1591964"/>
                  <a:gd name="connsiteY5" fmla="*/ 3145484 h 3145484"/>
                  <a:gd name="connsiteX6" fmla="*/ 894904 w 1591964"/>
                  <a:gd name="connsiteY6" fmla="*/ 995990 h 3145484"/>
                  <a:gd name="connsiteX7" fmla="*/ 266697 w 1591964"/>
                  <a:gd name="connsiteY7" fmla="*/ 1324019 h 3145484"/>
                  <a:gd name="connsiteX8" fmla="*/ 488521 w 1591964"/>
                  <a:gd name="connsiteY8" fmla="*/ 9506 h 3145484"/>
                  <a:gd name="connsiteX0" fmla="*/ 496444 w 1599887"/>
                  <a:gd name="connsiteY0" fmla="*/ 9506 h 3145484"/>
                  <a:gd name="connsiteX1" fmla="*/ 1561160 w 1599887"/>
                  <a:gd name="connsiteY1" fmla="*/ 888086 h 3145484"/>
                  <a:gd name="connsiteX2" fmla="*/ 1599887 w 1599887"/>
                  <a:gd name="connsiteY2" fmla="*/ 3145484 h 3145484"/>
                  <a:gd name="connsiteX3" fmla="*/ 1599887 w 1599887"/>
                  <a:gd name="connsiteY3" fmla="*/ 3145484 h 3145484"/>
                  <a:gd name="connsiteX4" fmla="*/ 987887 w 1599887"/>
                  <a:gd name="connsiteY4" fmla="*/ 3145484 h 3145484"/>
                  <a:gd name="connsiteX5" fmla="*/ 987887 w 1599887"/>
                  <a:gd name="connsiteY5" fmla="*/ 3145484 h 3145484"/>
                  <a:gd name="connsiteX6" fmla="*/ 902827 w 1599887"/>
                  <a:gd name="connsiteY6" fmla="*/ 995990 h 3145484"/>
                  <a:gd name="connsiteX7" fmla="*/ 274620 w 1599887"/>
                  <a:gd name="connsiteY7" fmla="*/ 1324019 h 3145484"/>
                  <a:gd name="connsiteX8" fmla="*/ 496444 w 1599887"/>
                  <a:gd name="connsiteY8" fmla="*/ 9506 h 3145484"/>
                  <a:gd name="connsiteX0" fmla="*/ 503267 w 1597185"/>
                  <a:gd name="connsiteY0" fmla="*/ 5188 h 3203079"/>
                  <a:gd name="connsiteX1" fmla="*/ 1558458 w 1597185"/>
                  <a:gd name="connsiteY1" fmla="*/ 945681 h 3203079"/>
                  <a:gd name="connsiteX2" fmla="*/ 1597185 w 1597185"/>
                  <a:gd name="connsiteY2" fmla="*/ 3203079 h 3203079"/>
                  <a:gd name="connsiteX3" fmla="*/ 1597185 w 1597185"/>
                  <a:gd name="connsiteY3" fmla="*/ 3203079 h 3203079"/>
                  <a:gd name="connsiteX4" fmla="*/ 985185 w 1597185"/>
                  <a:gd name="connsiteY4" fmla="*/ 3203079 h 3203079"/>
                  <a:gd name="connsiteX5" fmla="*/ 985185 w 1597185"/>
                  <a:gd name="connsiteY5" fmla="*/ 3203079 h 3203079"/>
                  <a:gd name="connsiteX6" fmla="*/ 900125 w 1597185"/>
                  <a:gd name="connsiteY6" fmla="*/ 1053585 h 3203079"/>
                  <a:gd name="connsiteX7" fmla="*/ 271918 w 1597185"/>
                  <a:gd name="connsiteY7" fmla="*/ 1381614 h 3203079"/>
                  <a:gd name="connsiteX8" fmla="*/ 503267 w 1597185"/>
                  <a:gd name="connsiteY8" fmla="*/ 5188 h 3203079"/>
                  <a:gd name="connsiteX0" fmla="*/ 503267 w 1597185"/>
                  <a:gd name="connsiteY0" fmla="*/ 5413 h 3203304"/>
                  <a:gd name="connsiteX1" fmla="*/ 1558458 w 1597185"/>
                  <a:gd name="connsiteY1" fmla="*/ 945906 h 3203304"/>
                  <a:gd name="connsiteX2" fmla="*/ 1597185 w 1597185"/>
                  <a:gd name="connsiteY2" fmla="*/ 3203304 h 3203304"/>
                  <a:gd name="connsiteX3" fmla="*/ 1597185 w 1597185"/>
                  <a:gd name="connsiteY3" fmla="*/ 3203304 h 3203304"/>
                  <a:gd name="connsiteX4" fmla="*/ 985185 w 1597185"/>
                  <a:gd name="connsiteY4" fmla="*/ 3203304 h 3203304"/>
                  <a:gd name="connsiteX5" fmla="*/ 985185 w 1597185"/>
                  <a:gd name="connsiteY5" fmla="*/ 3203304 h 3203304"/>
                  <a:gd name="connsiteX6" fmla="*/ 900125 w 1597185"/>
                  <a:gd name="connsiteY6" fmla="*/ 1053810 h 3203304"/>
                  <a:gd name="connsiteX7" fmla="*/ 271918 w 1597185"/>
                  <a:gd name="connsiteY7" fmla="*/ 1381839 h 3203304"/>
                  <a:gd name="connsiteX8" fmla="*/ 503267 w 1597185"/>
                  <a:gd name="connsiteY8" fmla="*/ 5413 h 3203304"/>
                  <a:gd name="connsiteX0" fmla="*/ 644333 w 1552513"/>
                  <a:gd name="connsiteY0" fmla="*/ 4742 h 3216920"/>
                  <a:gd name="connsiteX1" fmla="*/ 1513786 w 1552513"/>
                  <a:gd name="connsiteY1" fmla="*/ 959522 h 3216920"/>
                  <a:gd name="connsiteX2" fmla="*/ 1552513 w 1552513"/>
                  <a:gd name="connsiteY2" fmla="*/ 3216920 h 3216920"/>
                  <a:gd name="connsiteX3" fmla="*/ 1552513 w 1552513"/>
                  <a:gd name="connsiteY3" fmla="*/ 3216920 h 3216920"/>
                  <a:gd name="connsiteX4" fmla="*/ 940513 w 1552513"/>
                  <a:gd name="connsiteY4" fmla="*/ 3216920 h 3216920"/>
                  <a:gd name="connsiteX5" fmla="*/ 940513 w 1552513"/>
                  <a:gd name="connsiteY5" fmla="*/ 3216920 h 3216920"/>
                  <a:gd name="connsiteX6" fmla="*/ 855453 w 1552513"/>
                  <a:gd name="connsiteY6" fmla="*/ 1067426 h 3216920"/>
                  <a:gd name="connsiteX7" fmla="*/ 227246 w 1552513"/>
                  <a:gd name="connsiteY7" fmla="*/ 1395455 h 3216920"/>
                  <a:gd name="connsiteX8" fmla="*/ 644333 w 1552513"/>
                  <a:gd name="connsiteY8" fmla="*/ 4742 h 3216920"/>
                  <a:gd name="connsiteX0" fmla="*/ 693588 w 1601768"/>
                  <a:gd name="connsiteY0" fmla="*/ 4742 h 3216920"/>
                  <a:gd name="connsiteX1" fmla="*/ 1563041 w 1601768"/>
                  <a:gd name="connsiteY1" fmla="*/ 959522 h 3216920"/>
                  <a:gd name="connsiteX2" fmla="*/ 1601768 w 1601768"/>
                  <a:gd name="connsiteY2" fmla="*/ 3216920 h 3216920"/>
                  <a:gd name="connsiteX3" fmla="*/ 1601768 w 1601768"/>
                  <a:gd name="connsiteY3" fmla="*/ 3216920 h 3216920"/>
                  <a:gd name="connsiteX4" fmla="*/ 989768 w 1601768"/>
                  <a:gd name="connsiteY4" fmla="*/ 3216920 h 3216920"/>
                  <a:gd name="connsiteX5" fmla="*/ 989768 w 1601768"/>
                  <a:gd name="connsiteY5" fmla="*/ 3216920 h 3216920"/>
                  <a:gd name="connsiteX6" fmla="*/ 904708 w 1601768"/>
                  <a:gd name="connsiteY6" fmla="*/ 1067426 h 3216920"/>
                  <a:gd name="connsiteX7" fmla="*/ 276501 w 1601768"/>
                  <a:gd name="connsiteY7" fmla="*/ 1395455 h 3216920"/>
                  <a:gd name="connsiteX8" fmla="*/ 693588 w 1601768"/>
                  <a:gd name="connsiteY8" fmla="*/ 4742 h 3216920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80 h 3212258"/>
                  <a:gd name="connsiteX1" fmla="*/ 1563041 w 1601768"/>
                  <a:gd name="connsiteY1" fmla="*/ 954860 h 3212258"/>
                  <a:gd name="connsiteX2" fmla="*/ 1601768 w 1601768"/>
                  <a:gd name="connsiteY2" fmla="*/ 3212258 h 3212258"/>
                  <a:gd name="connsiteX3" fmla="*/ 1601768 w 1601768"/>
                  <a:gd name="connsiteY3" fmla="*/ 3212258 h 3212258"/>
                  <a:gd name="connsiteX4" fmla="*/ 989768 w 1601768"/>
                  <a:gd name="connsiteY4" fmla="*/ 3212258 h 3212258"/>
                  <a:gd name="connsiteX5" fmla="*/ 989768 w 1601768"/>
                  <a:gd name="connsiteY5" fmla="*/ 3212258 h 3212258"/>
                  <a:gd name="connsiteX6" fmla="*/ 904708 w 1601768"/>
                  <a:gd name="connsiteY6" fmla="*/ 1062764 h 3212258"/>
                  <a:gd name="connsiteX7" fmla="*/ 276501 w 1601768"/>
                  <a:gd name="connsiteY7" fmla="*/ 1390793 h 3212258"/>
                  <a:gd name="connsiteX8" fmla="*/ 693588 w 1601768"/>
                  <a:gd name="connsiteY8" fmla="*/ 80 h 3212258"/>
                  <a:gd name="connsiteX0" fmla="*/ 693588 w 1601768"/>
                  <a:gd name="connsiteY0" fmla="*/ 119 h 3212297"/>
                  <a:gd name="connsiteX1" fmla="*/ 1563041 w 1601768"/>
                  <a:gd name="connsiteY1" fmla="*/ 954899 h 3212297"/>
                  <a:gd name="connsiteX2" fmla="*/ 1601768 w 1601768"/>
                  <a:gd name="connsiteY2" fmla="*/ 3212297 h 3212297"/>
                  <a:gd name="connsiteX3" fmla="*/ 1601768 w 1601768"/>
                  <a:gd name="connsiteY3" fmla="*/ 3212297 h 3212297"/>
                  <a:gd name="connsiteX4" fmla="*/ 989768 w 1601768"/>
                  <a:gd name="connsiteY4" fmla="*/ 3212297 h 3212297"/>
                  <a:gd name="connsiteX5" fmla="*/ 989768 w 1601768"/>
                  <a:gd name="connsiteY5" fmla="*/ 3212297 h 3212297"/>
                  <a:gd name="connsiteX6" fmla="*/ 904708 w 1601768"/>
                  <a:gd name="connsiteY6" fmla="*/ 1062803 h 3212297"/>
                  <a:gd name="connsiteX7" fmla="*/ 276501 w 1601768"/>
                  <a:gd name="connsiteY7" fmla="*/ 1390832 h 3212297"/>
                  <a:gd name="connsiteX8" fmla="*/ 693588 w 1601768"/>
                  <a:gd name="connsiteY8" fmla="*/ 119 h 3212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01768" h="3212297">
                    <a:moveTo>
                      <a:pt x="693588" y="119"/>
                    </a:moveTo>
                    <a:cubicBezTo>
                      <a:pt x="979449" y="3664"/>
                      <a:pt x="1431633" y="-71482"/>
                      <a:pt x="1563041" y="954899"/>
                    </a:cubicBezTo>
                    <a:lnTo>
                      <a:pt x="1601768" y="3212297"/>
                    </a:lnTo>
                    <a:lnTo>
                      <a:pt x="1601768" y="3212297"/>
                    </a:lnTo>
                    <a:lnTo>
                      <a:pt x="989768" y="3212297"/>
                    </a:lnTo>
                    <a:lnTo>
                      <a:pt x="989768" y="3212297"/>
                    </a:lnTo>
                    <a:cubicBezTo>
                      <a:pt x="961415" y="2495799"/>
                      <a:pt x="964958" y="1779301"/>
                      <a:pt x="904708" y="1062803"/>
                    </a:cubicBezTo>
                    <a:cubicBezTo>
                      <a:pt x="781622" y="431278"/>
                      <a:pt x="46520" y="738644"/>
                      <a:pt x="276501" y="1390832"/>
                    </a:cubicBezTo>
                    <a:cubicBezTo>
                      <a:pt x="-283870" y="827698"/>
                      <a:pt x="84955" y="-9337"/>
                      <a:pt x="693588" y="11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15" name="Frame 1">
              <a:extLst>
                <a:ext uri="{FF2B5EF4-FFF2-40B4-BE49-F238E27FC236}">
                  <a16:creationId xmlns:a16="http://schemas.microsoft.com/office/drawing/2014/main" xmlns="" id="{2572D0B9-91BB-46BE-BE73-83A5DE078817}"/>
                </a:ext>
              </a:extLst>
            </p:cNvPr>
            <p:cNvSpPr/>
            <p:nvPr/>
          </p:nvSpPr>
          <p:spPr>
            <a:xfrm>
              <a:off x="3459679" y="2564932"/>
              <a:ext cx="981073" cy="1325555"/>
            </a:xfrm>
            <a:custGeom>
              <a:avLst/>
              <a:gdLst/>
              <a:ahLst/>
              <a:cxnLst/>
              <a:rect l="l" t="t" r="r" b="b"/>
              <a:pathLst>
                <a:path w="2823581" h="3962432">
                  <a:moveTo>
                    <a:pt x="1366785" y="3230945"/>
                  </a:moveTo>
                  <a:cubicBezTo>
                    <a:pt x="1292218" y="3230945"/>
                    <a:pt x="1231770" y="3291393"/>
                    <a:pt x="1231770" y="3365960"/>
                  </a:cubicBezTo>
                  <a:cubicBezTo>
                    <a:pt x="1231770" y="3440527"/>
                    <a:pt x="1292218" y="3500975"/>
                    <a:pt x="1366785" y="3500975"/>
                  </a:cubicBezTo>
                  <a:cubicBezTo>
                    <a:pt x="1441352" y="3500975"/>
                    <a:pt x="1501800" y="3440527"/>
                    <a:pt x="1501800" y="3365960"/>
                  </a:cubicBezTo>
                  <a:cubicBezTo>
                    <a:pt x="1501800" y="3291393"/>
                    <a:pt x="1441352" y="3230945"/>
                    <a:pt x="1366785" y="3230945"/>
                  </a:cubicBezTo>
                  <a:close/>
                  <a:moveTo>
                    <a:pt x="1699205" y="3185940"/>
                  </a:moveTo>
                  <a:cubicBezTo>
                    <a:pt x="1674349" y="3185940"/>
                    <a:pt x="1654200" y="3206089"/>
                    <a:pt x="1654200" y="3230945"/>
                  </a:cubicBezTo>
                  <a:cubicBezTo>
                    <a:pt x="1654200" y="3255801"/>
                    <a:pt x="1674349" y="3275950"/>
                    <a:pt x="1699205" y="3275950"/>
                  </a:cubicBezTo>
                  <a:cubicBezTo>
                    <a:pt x="1724061" y="3275950"/>
                    <a:pt x="1744210" y="3255801"/>
                    <a:pt x="1744210" y="3230945"/>
                  </a:cubicBezTo>
                  <a:cubicBezTo>
                    <a:pt x="1744210" y="3206089"/>
                    <a:pt x="1724061" y="3185940"/>
                    <a:pt x="1699205" y="3185940"/>
                  </a:cubicBezTo>
                  <a:close/>
                  <a:moveTo>
                    <a:pt x="1501800" y="2830204"/>
                  </a:moveTo>
                  <a:cubicBezTo>
                    <a:pt x="1452089" y="2830204"/>
                    <a:pt x="1411790" y="2870503"/>
                    <a:pt x="1411790" y="2920214"/>
                  </a:cubicBezTo>
                  <a:cubicBezTo>
                    <a:pt x="1411790" y="2969925"/>
                    <a:pt x="1452089" y="3010224"/>
                    <a:pt x="1501800" y="3010224"/>
                  </a:cubicBezTo>
                  <a:cubicBezTo>
                    <a:pt x="1551511" y="3010224"/>
                    <a:pt x="1591810" y="2969925"/>
                    <a:pt x="1591810" y="2920214"/>
                  </a:cubicBezTo>
                  <a:cubicBezTo>
                    <a:pt x="1591810" y="2870503"/>
                    <a:pt x="1551511" y="2830204"/>
                    <a:pt x="1501800" y="2830204"/>
                  </a:cubicBezTo>
                  <a:close/>
                  <a:moveTo>
                    <a:pt x="322536" y="2413264"/>
                  </a:moveTo>
                  <a:lnTo>
                    <a:pt x="1264147" y="2413264"/>
                  </a:lnTo>
                  <a:lnTo>
                    <a:pt x="682536" y="3458376"/>
                  </a:lnTo>
                  <a:lnTo>
                    <a:pt x="898974" y="3458376"/>
                  </a:lnTo>
                  <a:lnTo>
                    <a:pt x="1480585" y="2413264"/>
                  </a:lnTo>
                  <a:lnTo>
                    <a:pt x="1978720" y="2413264"/>
                  </a:lnTo>
                  <a:lnTo>
                    <a:pt x="1978720" y="3628270"/>
                  </a:lnTo>
                  <a:lnTo>
                    <a:pt x="322536" y="3628270"/>
                  </a:lnTo>
                  <a:close/>
                  <a:moveTo>
                    <a:pt x="322536" y="2153598"/>
                  </a:moveTo>
                  <a:lnTo>
                    <a:pt x="682536" y="2153598"/>
                  </a:lnTo>
                  <a:lnTo>
                    <a:pt x="682536" y="2261598"/>
                  </a:lnTo>
                  <a:lnTo>
                    <a:pt x="322536" y="2261598"/>
                  </a:lnTo>
                  <a:close/>
                  <a:moveTo>
                    <a:pt x="322536" y="1870494"/>
                  </a:moveTo>
                  <a:lnTo>
                    <a:pt x="826536" y="1870494"/>
                  </a:lnTo>
                  <a:lnTo>
                    <a:pt x="826536" y="1978494"/>
                  </a:lnTo>
                  <a:lnTo>
                    <a:pt x="322536" y="1978494"/>
                  </a:lnTo>
                  <a:close/>
                  <a:moveTo>
                    <a:pt x="322536" y="1587391"/>
                  </a:moveTo>
                  <a:lnTo>
                    <a:pt x="682536" y="1587391"/>
                  </a:lnTo>
                  <a:lnTo>
                    <a:pt x="682536" y="1695391"/>
                  </a:lnTo>
                  <a:lnTo>
                    <a:pt x="322536" y="1695391"/>
                  </a:lnTo>
                  <a:close/>
                  <a:moveTo>
                    <a:pt x="322536" y="1304288"/>
                  </a:moveTo>
                  <a:lnTo>
                    <a:pt x="826536" y="1304288"/>
                  </a:lnTo>
                  <a:lnTo>
                    <a:pt x="826536" y="1412288"/>
                  </a:lnTo>
                  <a:lnTo>
                    <a:pt x="322536" y="1412288"/>
                  </a:lnTo>
                  <a:close/>
                  <a:moveTo>
                    <a:pt x="1733633" y="1039034"/>
                  </a:moveTo>
                  <a:lnTo>
                    <a:pt x="1735422" y="1042133"/>
                  </a:lnTo>
                  <a:lnTo>
                    <a:pt x="176045" y="1042133"/>
                  </a:lnTo>
                  <a:lnTo>
                    <a:pt x="176045" y="3786387"/>
                  </a:lnTo>
                  <a:lnTo>
                    <a:pt x="2128211" y="3786387"/>
                  </a:lnTo>
                  <a:lnTo>
                    <a:pt x="2128211" y="1722464"/>
                  </a:lnTo>
                  <a:lnTo>
                    <a:pt x="2131710" y="1728524"/>
                  </a:lnTo>
                  <a:lnTo>
                    <a:pt x="2527059" y="1040609"/>
                  </a:lnTo>
                  <a:lnTo>
                    <a:pt x="2244788" y="1040049"/>
                  </a:lnTo>
                  <a:lnTo>
                    <a:pt x="1480585" y="2413264"/>
                  </a:lnTo>
                  <a:lnTo>
                    <a:pt x="1264147" y="2413264"/>
                  </a:lnTo>
                  <a:lnTo>
                    <a:pt x="2028589" y="1039620"/>
                  </a:lnTo>
                  <a:close/>
                  <a:moveTo>
                    <a:pt x="2607143" y="0"/>
                  </a:moveTo>
                  <a:lnTo>
                    <a:pt x="2823581" y="0"/>
                  </a:lnTo>
                  <a:lnTo>
                    <a:pt x="2342071" y="865238"/>
                  </a:lnTo>
                  <a:lnTo>
                    <a:pt x="2823581" y="866194"/>
                  </a:lnTo>
                  <a:lnTo>
                    <a:pt x="2304256" y="1769829"/>
                  </a:lnTo>
                  <a:lnTo>
                    <a:pt x="2304256" y="3962432"/>
                  </a:lnTo>
                  <a:lnTo>
                    <a:pt x="0" y="3962432"/>
                  </a:lnTo>
                  <a:lnTo>
                    <a:pt x="0" y="866088"/>
                  </a:lnTo>
                  <a:lnTo>
                    <a:pt x="1767662" y="866088"/>
                  </a:lnTo>
                  <a:lnTo>
                    <a:pt x="1766512" y="864096"/>
                  </a:lnTo>
                  <a:lnTo>
                    <a:pt x="2125872" y="8648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xmlns="" id="{07837B4D-D1A1-4F44-83EB-6DF617E78E27}"/>
                </a:ext>
              </a:extLst>
            </p:cNvPr>
            <p:cNvSpPr/>
            <p:nvPr/>
          </p:nvSpPr>
          <p:spPr>
            <a:xfrm rot="14306008">
              <a:off x="5552875" y="2870125"/>
              <a:ext cx="1064408" cy="877308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</p:grp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xmlns="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xmlns="" id="{36BA39E4-4787-4A57-95AF-71D0542315A0}"/>
              </a:ext>
            </a:extLst>
          </p:cNvPr>
          <p:cNvGrpSpPr/>
          <p:nvPr userDrawn="1"/>
        </p:nvGrpSpPr>
        <p:grpSpPr>
          <a:xfrm flipV="1">
            <a:off x="5427361" y="1143268"/>
            <a:ext cx="1337278" cy="220479"/>
            <a:chOff x="5809673" y="3008118"/>
            <a:chExt cx="2419398" cy="39888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xmlns="" id="{6C99468F-7C27-4A33-B8CC-5794F45C6159}"/>
                </a:ext>
              </a:extLst>
            </p:cNvPr>
            <p:cNvSpPr/>
            <p:nvPr userDrawn="1"/>
          </p:nvSpPr>
          <p:spPr>
            <a:xfrm>
              <a:off x="5809673" y="3008118"/>
              <a:ext cx="398888" cy="3988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xmlns="" id="{EDA484AE-33CE-4979-81A4-360C2226ECDF}"/>
                </a:ext>
              </a:extLst>
            </p:cNvPr>
            <p:cNvSpPr/>
            <p:nvPr userDrawn="1"/>
          </p:nvSpPr>
          <p:spPr>
            <a:xfrm>
              <a:off x="6314801" y="3008118"/>
              <a:ext cx="398888" cy="3988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xmlns="" id="{688CA5D0-B787-4DFD-87F1-332795E33C1F}"/>
                </a:ext>
              </a:extLst>
            </p:cNvPr>
            <p:cNvSpPr/>
            <p:nvPr userDrawn="1"/>
          </p:nvSpPr>
          <p:spPr>
            <a:xfrm>
              <a:off x="6819928" y="3008118"/>
              <a:ext cx="398888" cy="398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xmlns="" id="{42618CF6-3DC5-4866-ACB7-14F89F22C719}"/>
                </a:ext>
              </a:extLst>
            </p:cNvPr>
            <p:cNvSpPr/>
            <p:nvPr userDrawn="1"/>
          </p:nvSpPr>
          <p:spPr>
            <a:xfrm>
              <a:off x="7325056" y="3008118"/>
              <a:ext cx="398888" cy="39888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xmlns="" id="{C471A078-94EE-430C-8990-77DD907780E6}"/>
                </a:ext>
              </a:extLst>
            </p:cNvPr>
            <p:cNvSpPr/>
            <p:nvPr userDrawn="1"/>
          </p:nvSpPr>
          <p:spPr>
            <a:xfrm>
              <a:off x="7830183" y="3008118"/>
              <a:ext cx="398888" cy="39888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3856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23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457DA700-D493-4724-A7E6-2C18A3598372}"/>
              </a:ext>
            </a:extLst>
          </p:cNvPr>
          <p:cNvGrpSpPr/>
          <p:nvPr userDrawn="1"/>
        </p:nvGrpSpPr>
        <p:grpSpPr>
          <a:xfrm flipH="1">
            <a:off x="592779" y="1333500"/>
            <a:ext cx="4034462" cy="4935026"/>
            <a:chOff x="6446339" y="1280897"/>
            <a:chExt cx="4320717" cy="528517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0315FDDC-CB08-4F29-898E-B915DE387084}"/>
                </a:ext>
              </a:extLst>
            </p:cNvPr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718ED047-E415-4002-A4AF-11B7D0A2933D}"/>
                </a:ext>
              </a:extLst>
            </p:cNvPr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A95A626E-BA13-409F-A2BA-1FCB370FDB9B}"/>
                </a:ext>
              </a:extLst>
            </p:cNvPr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E8248B3A-FAE1-4F80-BB8B-D195C0E2A022}"/>
                </a:ext>
              </a:extLst>
            </p:cNvPr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EC73273F-F0D9-4D38-B99A-17BF52577CFE}"/>
                </a:ext>
              </a:extLst>
            </p:cNvPr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14DA78C4-87F2-446E-AE34-0432570E280A}"/>
                </a:ext>
              </a:extLst>
            </p:cNvPr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201B44D6-F92F-461D-A50C-E9045F317764}"/>
                </a:ext>
              </a:extLst>
            </p:cNvPr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 Placeholder 9">
            <a:extLst>
              <a:ext uri="{FF2B5EF4-FFF2-40B4-BE49-F238E27FC236}">
                <a16:creationId xmlns:a16="http://schemas.microsoft.com/office/drawing/2014/main" xmlns="" id="{8F734703-4A61-4A31-BB9E-0C690EB352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54D90936-42A8-407A-87C1-0A47569609F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59407" y="1640713"/>
            <a:ext cx="3631408" cy="3157745"/>
          </a:xfrm>
          <a:custGeom>
            <a:avLst/>
            <a:gdLst>
              <a:gd name="connsiteX0" fmla="*/ 0 w 3631408"/>
              <a:gd name="connsiteY0" fmla="*/ 0 h 3157745"/>
              <a:gd name="connsiteX1" fmla="*/ 3518328 w 3631408"/>
              <a:gd name="connsiteY1" fmla="*/ 797970 h 3157745"/>
              <a:gd name="connsiteX2" fmla="*/ 3631408 w 3631408"/>
              <a:gd name="connsiteY2" fmla="*/ 3025461 h 3157745"/>
              <a:gd name="connsiteX3" fmla="*/ 198427 w 3631408"/>
              <a:gd name="connsiteY3" fmla="*/ 3157745 h 3157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31408" h="3157745">
                <a:moveTo>
                  <a:pt x="0" y="0"/>
                </a:moveTo>
                <a:lnTo>
                  <a:pt x="3518328" y="797970"/>
                </a:lnTo>
                <a:lnTo>
                  <a:pt x="3631408" y="3025461"/>
                </a:lnTo>
                <a:lnTo>
                  <a:pt x="198427" y="315774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83239325-648E-4C47-A0FE-7713B34A5F6E}"/>
              </a:ext>
            </a:extLst>
          </p:cNvPr>
          <p:cNvGrpSpPr/>
          <p:nvPr userDrawn="1"/>
        </p:nvGrpSpPr>
        <p:grpSpPr>
          <a:xfrm flipV="1">
            <a:off x="5427361" y="1143268"/>
            <a:ext cx="1337278" cy="220479"/>
            <a:chOff x="5809673" y="3008118"/>
            <a:chExt cx="2419398" cy="39888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C34544F-4AFB-4567-9A14-BD40476D91DB}"/>
                </a:ext>
              </a:extLst>
            </p:cNvPr>
            <p:cNvSpPr/>
            <p:nvPr userDrawn="1"/>
          </p:nvSpPr>
          <p:spPr>
            <a:xfrm>
              <a:off x="5809673" y="3008118"/>
              <a:ext cx="398888" cy="3988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EC347462-2243-4988-88A7-D48FDFC67F8A}"/>
                </a:ext>
              </a:extLst>
            </p:cNvPr>
            <p:cNvSpPr/>
            <p:nvPr userDrawn="1"/>
          </p:nvSpPr>
          <p:spPr>
            <a:xfrm>
              <a:off x="6314801" y="3008118"/>
              <a:ext cx="398888" cy="3988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3AAED053-508E-4B0B-9E07-60D6E23602BC}"/>
                </a:ext>
              </a:extLst>
            </p:cNvPr>
            <p:cNvSpPr/>
            <p:nvPr userDrawn="1"/>
          </p:nvSpPr>
          <p:spPr>
            <a:xfrm>
              <a:off x="6819928" y="3008118"/>
              <a:ext cx="398888" cy="398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89D32752-7C30-4517-952B-8736B7299F1D}"/>
                </a:ext>
              </a:extLst>
            </p:cNvPr>
            <p:cNvSpPr/>
            <p:nvPr userDrawn="1"/>
          </p:nvSpPr>
          <p:spPr>
            <a:xfrm>
              <a:off x="7325056" y="3008118"/>
              <a:ext cx="398888" cy="39888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D7307619-FF7D-47F2-9979-458DC7E6076E}"/>
                </a:ext>
              </a:extLst>
            </p:cNvPr>
            <p:cNvSpPr/>
            <p:nvPr userDrawn="1"/>
          </p:nvSpPr>
          <p:spPr>
            <a:xfrm>
              <a:off x="7830183" y="3008118"/>
              <a:ext cx="398888" cy="39888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055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61399A5-A8B5-43FE-8496-CAD8D9DCD021}" type="datetimeFigureOut">
              <a:rPr lang="ru-RU" smtClean="0"/>
              <a:pPr/>
              <a:t>27.07.2026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D8C8CB6-B44A-45F5-8D0D-63EF40F84F80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91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588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33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895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61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69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261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9592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3052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5257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6917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356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2734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7014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4602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113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9511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1"/>
          <p:cNvGrpSpPr>
            <a:grpSpLocks/>
          </p:cNvGrpSpPr>
          <p:nvPr userDrawn="1"/>
        </p:nvGrpSpPr>
        <p:grpSpPr bwMode="auto">
          <a:xfrm flipV="1">
            <a:off x="5427663" y="1143000"/>
            <a:ext cx="1336675" cy="220663"/>
            <a:chOff x="5809673" y="3008118"/>
            <a:chExt cx="2419398" cy="398889"/>
          </a:xfrm>
        </p:grpSpPr>
        <p:sp>
          <p:nvSpPr>
            <p:cNvPr id="4" name="Rectangle 32"/>
            <p:cNvSpPr/>
            <p:nvPr userDrawn="1"/>
          </p:nvSpPr>
          <p:spPr>
            <a:xfrm>
              <a:off x="5809673" y="3008118"/>
              <a:ext cx="399401" cy="3988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" name="Rectangle 33"/>
            <p:cNvSpPr/>
            <p:nvPr userDrawn="1"/>
          </p:nvSpPr>
          <p:spPr>
            <a:xfrm>
              <a:off x="6315390" y="3008118"/>
              <a:ext cx="399401" cy="3988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34"/>
            <p:cNvSpPr/>
            <p:nvPr userDrawn="1"/>
          </p:nvSpPr>
          <p:spPr>
            <a:xfrm>
              <a:off x="6821108" y="3008118"/>
              <a:ext cx="396528" cy="398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35"/>
            <p:cNvSpPr/>
            <p:nvPr userDrawn="1"/>
          </p:nvSpPr>
          <p:spPr>
            <a:xfrm>
              <a:off x="7323951" y="3008118"/>
              <a:ext cx="399403" cy="39888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36"/>
            <p:cNvSpPr/>
            <p:nvPr userDrawn="1"/>
          </p:nvSpPr>
          <p:spPr>
            <a:xfrm>
              <a:off x="7829668" y="3008118"/>
              <a:ext cx="399403" cy="39888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ru-RU" altLang="ko-KR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680188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720" r:id="rId3"/>
    <p:sldLayoutId id="214748372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8" r:id="rId2"/>
    <p:sldLayoutId id="2147483658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38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856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3559" y="217814"/>
            <a:ext cx="7974842" cy="1915786"/>
          </a:xfrm>
        </p:spPr>
        <p:txBody>
          <a:bodyPr>
            <a:normAutofit/>
          </a:bodyPr>
          <a:lstStyle/>
          <a:p>
            <a:pPr algn="ctr"/>
            <a:endParaRPr sz="3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0604" y="2429301"/>
            <a:ext cx="8625385" cy="35074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Kurash </a:t>
            </a:r>
            <a:r>
              <a:rPr lang="it-IT" sz="4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turlari va uni o‘qitish metodikasi</a:t>
            </a:r>
          </a:p>
          <a:p>
            <a:pPr algn="ctr">
              <a:buFont typeface="Wingdings 3" panose="05040102010807070707" pitchFamily="18" charset="2"/>
              <a:buNone/>
            </a:pPr>
            <a:r>
              <a:rPr lang="uz-Latn-UZ" altLang="ru-RU" sz="4000" b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ru-RU" sz="40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070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4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8375" y="2085478"/>
            <a:ext cx="11625942" cy="29610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2-MAVZU: O’ZBEKISTON RESPUBLIKASIDA MILLIY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KURASHNING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KELIB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CHIQISHI VA RIVOJLANISH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TARIXI.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Reja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1.Milliy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baxodirlari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polvonlari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/>
              <a:t/>
            </a:r>
            <a:br>
              <a:rPr lang="en-US" sz="2800" dirty="0"/>
            </a:br>
            <a:endParaRPr lang="ru-RU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47985" y="3085477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5" name="AutoShape 2" descr="6 апреля - Международный день спорта на благо развития и мира |  UzReport.new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572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4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47985" y="3085477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5" name="AutoShape 2" descr="6 апреля - Международный день спорта на благо развития и мира |  UzReport.new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307975" y="423645"/>
            <a:ext cx="11522299" cy="554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turlarining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rivojlanishi</a:t>
            </a:r>
            <a:endPara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Dunyodagi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millatning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o’zbeklarning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Farg’onacha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Buxorocha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nomlanadigan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bor.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ikkala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turini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tariximizga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qilmaymiz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asrlardan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asrlarga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o’tib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bugungi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kunimizgacha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yetib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O’zbek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xalqimizning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uzoq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tarixiga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sport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turlaridan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davomida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kishilarga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shavq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baxsh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O’sha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vaqtlarda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polvonlarning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unosabatlar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o’tkazilgan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sayllarida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qiziqarli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jozibali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Shu bois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polvonlarning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e’zozlanar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hatto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qahramonlar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Turkiya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Yunoniston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Hindiston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singari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mamlakatlarga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sharafi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himoya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qilardilar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671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47985" y="3085477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5" name="AutoShape 2" descr="6 апреля - Международный день спорта на благо развития и мира |  UzReport.new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397439" y="1466460"/>
            <a:ext cx="11522299" cy="4622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temuriylar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zamonida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davrlarda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sevimli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sport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o’yinlaridan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bo’lib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olamga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taratgan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o’zbek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polvonlari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tarix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saxifasida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o’chmas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qoldirdilar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kurashchilar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nomiga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polvon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»,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paxlavon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so’zlarini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qo’shib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salobatliroq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ko’rsatadi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Shoir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Paxlavon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Mahmud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Ahmad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polvonlar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davrining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yengilmas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kurashchilari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sirasidan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Farg’onacha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Buxorocha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tubdan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farq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63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47985" y="3085477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5" name="AutoShape 2" descr="6 апреля - Международный день спорта на благо развития и мира |  UzReport.new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460375" y="561709"/>
            <a:ext cx="1152229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sport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Turkiya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Hindiston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Osiyo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erlarida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shug’ullanishgani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gapiradi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isboti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eramizdan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ilgari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Mesopotamiya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topilgan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bronzadan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qilingan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odamning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kurashayotgan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haykalchasini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dalil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kursatadi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Haqiqatdan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Farg’onacha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kurashayotganga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o’xshaydi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ma’lumki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Evropada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ham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shug’ullanishgan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Muallif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so’zining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isboti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Jeneva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shaxrida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1857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yilda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chiqqan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kalendar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suratni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dalil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Shvetsariya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qishloklaridan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o’xshash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sport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kurashayotgan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kurashchilar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tasvirlangan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731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47985" y="3085477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5" name="AutoShape 2" descr="6 апреля - Международный день спорта на благо развития и мира |  UzReport.new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460375" y="546320"/>
            <a:ext cx="1152229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Xalq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baxodirlari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polvonlari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O’zbek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xalqining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polvonlarga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hurmati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chunki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o’zlarida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kuchlilik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mardlik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chidamlilik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axloqiy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poklik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erksevarlikni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mujassamlashtiradilar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Xorazmlik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Paxlavon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Maxmud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(1243 -1326)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tarixdan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abadiy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o’rin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olgan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umri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davomiga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bellashuvlarda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biror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marta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mag’lubiyatga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uchramagan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Paxlavon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Maxmud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ko’pgina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yurtlarga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sayoxat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qilgan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Eronda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Hindistonda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sharq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mamlakatlarida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82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47985" y="3085477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5" name="AutoShape 2" descr="6 апреля - Международный день спорта на благо развития и мира |  UzReport.new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307975" y="453987"/>
            <a:ext cx="1168796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O’rta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Osiyo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bo’ylab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yurgan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hamma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kuchli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polvonlar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tushgan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qayerda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o’z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Vatanida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xorijiy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yerlarda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kuragi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yerga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tekkan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Paxlavon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Maxmudning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afsonalarga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to’la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afsonalarda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xalq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o’zining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polvonlariga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muhabbati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hurmatini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ifoda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etgan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xalq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bahodiri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kuchli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kishigina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qatorda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haqqoniy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kishi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hamdir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avloddan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ikkinchi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avlodga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o’tib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bizgacha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yetib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kelgan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afsona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shaklangan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Hikoya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qilishlaricha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Paxlavon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Maxmud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Hindiston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hokimi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mamlakatning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polvonlari</a:t>
            </a:r>
            <a:r>
              <a:rPr lang="en-US" sz="350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musobaqalashishga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sz="35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3500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675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47985" y="3085477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5" name="AutoShape 2" descr="6 апреля - Международный день спорта на благо развития и мира |  UzReport.new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332617" y="709954"/>
            <a:ext cx="11393365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tasodifan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mushtipar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ayolning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o’g’li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kurash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tirikchilik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qilishini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oilaning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yakka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yolg’iz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boquvchisi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ekanligini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bilib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qoladi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o’g’li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hamma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bellashuvda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g’olib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Musobaqalarda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Paxlavon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Maxmud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ishtirok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etishini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eshitgan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o’g’lining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yengilishidan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natijada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oila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kun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kechirish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manbaidan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maxrum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bo’lishidan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qo’rqib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ko’z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yoshi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to’kadi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Ayolning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o’g’lini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Nuriddin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edilar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Ertasi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Maxmud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Nuriddin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davrada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uchrashganda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o’zini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yengish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afsona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Paxlavon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Maxmudning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shuxratparast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aksincha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oliyjonob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saxiy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raxmdil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inson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bo’lganligidan</a:t>
            </a:r>
            <a:r>
              <a:rPr lang="en-US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dalolat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759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4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59111" y="1377317"/>
            <a:ext cx="5974542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500" b="1" dirty="0" err="1">
                <a:solidFill>
                  <a:srgbClr val="C00000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E’tiboringiz</a:t>
            </a:r>
            <a:r>
              <a:rPr lang="en-US" sz="9500" b="1" dirty="0">
                <a:solidFill>
                  <a:srgbClr val="C00000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500" b="1" dirty="0" err="1">
                <a:solidFill>
                  <a:srgbClr val="C00000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9500" b="1" dirty="0">
                <a:solidFill>
                  <a:srgbClr val="C00000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500" b="1" dirty="0" err="1">
                <a:solidFill>
                  <a:srgbClr val="C00000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rahmat</a:t>
            </a:r>
            <a:r>
              <a:rPr lang="en-US" sz="9500" b="1" dirty="0">
                <a:solidFill>
                  <a:srgbClr val="C00000"/>
                </a:solidFill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ru-RU" sz="9500" b="1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47985" y="3085477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5" name="AutoShape 2" descr="6 апреля - Международный день спорта на благо развития и мира |  UzReport.new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547036"/>
      </p:ext>
    </p:extLst>
  </p:cSld>
  <p:clrMapOvr>
    <a:masterClrMapping/>
  </p:clrMapOvr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ver and End Slide Master">
  <a:themeElements>
    <a:clrScheme name="ALLPPT-ST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1358"/>
      </a:accent1>
      <a:accent2>
        <a:srgbClr val="ED7D1F"/>
      </a:accent2>
      <a:accent3>
        <a:srgbClr val="A0C82F"/>
      </a:accent3>
      <a:accent4>
        <a:srgbClr val="32B5D3"/>
      </a:accent4>
      <a:accent5>
        <a:srgbClr val="B44B97"/>
      </a:accent5>
      <a:accent6>
        <a:srgbClr val="435E71"/>
      </a:accent6>
      <a:hlink>
        <a:srgbClr val="0563C1"/>
      </a:hlink>
      <a:folHlink>
        <a:srgbClr val="954F7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ST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1358"/>
      </a:accent1>
      <a:accent2>
        <a:srgbClr val="ED7D1F"/>
      </a:accent2>
      <a:accent3>
        <a:srgbClr val="A0C82F"/>
      </a:accent3>
      <a:accent4>
        <a:srgbClr val="32B5D3"/>
      </a:accent4>
      <a:accent5>
        <a:srgbClr val="B44B97"/>
      </a:accent5>
      <a:accent6>
        <a:srgbClr val="435E71"/>
      </a:accent6>
      <a:hlink>
        <a:srgbClr val="0563C1"/>
      </a:hlink>
      <a:folHlink>
        <a:srgbClr val="954F7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ST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1358"/>
      </a:accent1>
      <a:accent2>
        <a:srgbClr val="ED7D1F"/>
      </a:accent2>
      <a:accent3>
        <a:srgbClr val="A0C82F"/>
      </a:accent3>
      <a:accent4>
        <a:srgbClr val="32B5D3"/>
      </a:accent4>
      <a:accent5>
        <a:srgbClr val="B44B97"/>
      </a:accent5>
      <a:accent6>
        <a:srgbClr val="435E71"/>
      </a:accent6>
      <a:hlink>
        <a:srgbClr val="0563C1"/>
      </a:hlink>
      <a:folHlink>
        <a:srgbClr val="954F7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7788</TotalTime>
  <Words>326</Words>
  <Application>Microsoft Office PowerPoint</Application>
  <PresentationFormat>Широкоэкранный</PresentationFormat>
  <Paragraphs>13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9</vt:i4>
      </vt:variant>
    </vt:vector>
  </HeadingPairs>
  <TitlesOfParts>
    <vt:vector size="21" baseType="lpstr">
      <vt:lpstr>Arial Unicode MS</vt:lpstr>
      <vt:lpstr>바탕</vt:lpstr>
      <vt:lpstr>Arial</vt:lpstr>
      <vt:lpstr>Baskerville Old Face</vt:lpstr>
      <vt:lpstr>Calibri</vt:lpstr>
      <vt:lpstr>Garamond</vt:lpstr>
      <vt:lpstr>Times New Roman</vt:lpstr>
      <vt:lpstr>Wingdings 3</vt:lpstr>
      <vt:lpstr>Cover and End Slide Master</vt:lpstr>
      <vt:lpstr>Contents Slide Master</vt:lpstr>
      <vt:lpstr>Section Break Slide Master</vt:lpstr>
      <vt:lpstr>Натуральные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ADMIN</cp:lastModifiedBy>
  <cp:revision>743</cp:revision>
  <dcterms:created xsi:type="dcterms:W3CDTF">2019-01-14T06:35:35Z</dcterms:created>
  <dcterms:modified xsi:type="dcterms:W3CDTF">2026-07-27T18:11:26Z</dcterms:modified>
</cp:coreProperties>
</file>