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3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17711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534972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662270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286046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838179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308949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530669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150198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492919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386714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226453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821946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170157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551475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711574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4742619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4824160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Monday, July 27, 2026</a:t>
            </a:fld>
            <a:endParaRPr lang="en-US" cap="al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4935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0" r:id="rId1"/>
    <p:sldLayoutId id="2147484341" r:id="rId2"/>
    <p:sldLayoutId id="2147484342" r:id="rId3"/>
    <p:sldLayoutId id="2147484343" r:id="rId4"/>
    <p:sldLayoutId id="2147484344" r:id="rId5"/>
    <p:sldLayoutId id="2147484345" r:id="rId6"/>
    <p:sldLayoutId id="2147484346" r:id="rId7"/>
    <p:sldLayoutId id="2147484347" r:id="rId8"/>
    <p:sldLayoutId id="2147484348" r:id="rId9"/>
    <p:sldLayoutId id="2147484349" r:id="rId10"/>
    <p:sldLayoutId id="2147484350" r:id="rId11"/>
    <p:sldLayoutId id="2147484351" r:id="rId12"/>
    <p:sldLayoutId id="2147484352" r:id="rId13"/>
    <p:sldLayoutId id="2147484353" r:id="rId14"/>
    <p:sldLayoutId id="2147484354" r:id="rId15"/>
    <p:sldLayoutId id="2147484355" r:id="rId16"/>
    <p:sldLayoutId id="214748435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000"/>
              <a:t>Basketbol sport turini rivojlanish tarixi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Basketbolning paydo boʻlishi va rivojlanishi</a:t>
            </a:r>
          </a:p>
          <a:p>
            <a:r>
              <a:rPr sz="2000"/>
              <a:t>Basketbol oʻyinining qoydalari va kengayishi</a:t>
            </a:r>
          </a:p>
          <a:p>
            <a:r>
              <a:rPr sz="2000"/>
              <a:t>Oʻzbekistonda basketbolning rivojlanishi</a:t>
            </a:r>
          </a:p>
          <a:p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Basketbolning yaratilish tarixi: Naismith va ilk konsepsiyalar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78280" y="2468880"/>
            <a:ext cx="4572000" cy="1645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160" y="2651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Basketbol tug‘ilishi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1160" y="29260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1891-yilda Jeyms Naismith tomonidan AQSHda ixtiro qilindi. Uning maqsadi qishki sport turini yaratish edi.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1720" y="2468880"/>
            <a:ext cx="4572000" cy="1645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4600" y="2651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Jeyms Naismith roli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29260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Naismith Massachusets shtatidagi kollejda o‘qituvchi bo‘lib, yangi o‘yin qoidalarini ishlab chiqdi va birinchi o‘yinni tashkil etdi.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78280" y="4206240"/>
            <a:ext cx="4572000" cy="1645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1160" y="4389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Ilk o‘yin konsepsiyasi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1160" y="46634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Dastlabki basketbol o‘yinida futbol to‘pi va shaftoli savatlari ishlatilgan. Maydon kichik bo‘lib, har bir jamoada 9 nafardan o‘yinchi bo‘lgan.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1720" y="4206240"/>
            <a:ext cx="4572000" cy="1645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4600" y="4389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Asosiy qoidalar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46634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Naismith tomonidan tuzilgan 13 ta asosiy qoidalar basketbolning keyingi rivojlanishiga asos bo‘ldi va o‘yinning tuzilishini belgilab berdi.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Dastlabki yillarda basketbol: Oʻyin maydonidan maktab sportiga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22860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4080" y="24688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Ilk o‘yin maydonlari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4080" y="2743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dastlab kichik sport zallarida, qattiq taxtali pollarda o‘ynalgan. O‘yin maydonlari va jihozlar oddiy va qulay bo‘lgan.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200" y="36576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64080" y="38404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Maktablarda joriy etilishi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4080" y="41148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tez orada maktab va kollejlar sport dasturiga kiritildi, bu esa o‘quvchilar orasida sportning keng tarqalishiga xizmat qildi.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1200" y="5029200"/>
            <a:ext cx="8229600" cy="1188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64080" y="52120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O‘yin ommalashuvi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4080" y="54864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Maktablar orqali basketbol yoshlar orasida mashhurlik kasb etdi, musobaqalar va jamoalar shakllandi, sportning rivojlanishiga zamin yaratildi.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Basketbol qoidalarining rivojlanishi va oʻzgarishlari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2834640"/>
            <a:ext cx="8412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62128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8823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832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Dastlabki qoidalar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32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Basketbolning ilk qoidalari 1891-yilda belgilangan bo‘lib, o‘yinda to‘pni savatga uloqtirish va jismoniy aloqa cheklangan edi.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3880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0575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84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Qoidalardagi o‘zgarishlar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584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Vaqt o‘tishi bilan oyin tezligi oshdi, dribling, uch ochkolik zarbalar va himoyaviy qoidalar joriy qilindi, bu esa o‘yinni rang-barang qildi.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632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2327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336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Zamonaviy tartiblar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336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Bugungi kunda FIBA va NBA qoidalari bir-biridan farqlanadi, biroq asosiy prinsiplar global miqyosda bir xillik va adolatni ta’minlaydi.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Basketbolning ommaviylashuvi va xalqaro tarqalishi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2560320"/>
            <a:ext cx="0" cy="237744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28346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26517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Amerikadan dunyoga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dastlab AQShda paydo boʻlib, tez orada boshqa mamlakatlarga ham tarqala boshladi va butun dunyoda ommalashdi.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37490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35661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Ommaviy sport shakli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490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qisqa vaqt ichida jismoniy tarbiya muassasalari va sport klublarida eng mashhur sport turlaridan biriga aylandi.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46634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88720" y="44805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Xalqaro musobaqalar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1936-yilda basketbol Olimpiada dasturiga kiritildi, shundan so‘ng xalqaro federatsiyalar va yirik turnirlar tashkil etila boshlandi.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Basketbolning ijtimoiy va madaniy ahamiyati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2560320"/>
            <a:ext cx="0" cy="237744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28346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26517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Hamjihatlik va birdamlik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jamiyatda hamjihatlik va birdamlikni kuchaytiradi, turli yosh va millat vakillarini yagona sport maydonida birlashtiradi.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37490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35661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Madaniy almashinuv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490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Xalqaro basketbol musobaqalari orqali turli xalqlar oʻz madaniyatini namoyish etadi va bir-biridan oʻrganadi, doʻstlik mustahkamlanadi.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46634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88720" y="44805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Ijtimoiy taraqqiyot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yoshlarni sogʻlom hayotga, yetakchilik va jamoaviy ishlash ko‘nikmalarini rivojlantirishga undaydi, ijtimoiy faollikni oshiradi.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XX asrda basketbol: Texnologiya va innovatsiyalarning ta’siri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3256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9951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Jihozlar evolyutsiyasi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XX asrda basketbol to‘plari va maydon qoplamalarida yangi materiallar paydo bo‘ldi, bu esa o‘yinning tezligi va xavfsizligini oshirdi.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008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1703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872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Trening texnologiyalari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72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Video tahlil va zamonaviy mashg‘ulot usullari murabbiylarga o‘yinchilarning texnikasini chuqur tahlil qilish va rivojlantirish imkonini berdi.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60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3455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624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Translyatsiya va ommaviylik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2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Televizion va radio translyatsiyalarning kengayishi basketbolni global auditoriyaga olib chiqib, sport turining mashhurligini oshirdi.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Basketbol oʻyinining dastlabki qoidalari va ularning shakllanishi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3256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9951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Ilk Qoidalar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Basketbolning dastlabki qoidalari 1891-yilda Jeyms Naismith tomonidan tuzilib, 13 ta asosiy banddan iborat bo‘lgan va oddiy tuzilishga ega edi.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008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1703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872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To‘p va Maydon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72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Oʻyin boshida futbol to‘pi ishlatilgan va maydonlar kichik bo‘lgan, savatlar esa devorga mahkamlangan holda joylashtirilgan edi.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60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3455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624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Qoidalar Shakllanishi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2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Qoidalar o‘yinchilar xavfsizligi, adolat va tartib uchun tez-tez takomillashib borgan hamda zamonaviy basketbol asoslarini yaratgan.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2800"/>
            </a:pPr>
            <a:r>
              <a:t>Basketbol qoidalarining zamonaviy rivojlanishi va o‘zgarishi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6517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Zamonaviy qoidalar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  - So‘nggi yillarda basketbol qoidalari tez-tez yangilanib, tezlik, xavfsizlik va adolat mezonlariga yanada ko‘proq e’tibor qaratilmoqda.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5661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Videotakror texnologiyasi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490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  - Muhim o‘yin holatlarini qayta ko‘rib chiqish uchun videotakror texnologiyasi joriy etilib, hakamlarning qarorlarini aniqlik bilan qabul qilish imkoni yaratildi.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4805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O‘yin tezligi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  - O‘yin davomiyligi qisqartirilib, shot clock va tezkor almashtirish qoidalari natijasida basketbol yanada dinamik va tomoshabop bo‘ldi.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53949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2284" y="54485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Xalqaro standartlar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577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  - FIBA va boshqa xalqaro tashkilotlar tomonidan yagona qoidalar ishlab chiqilib, barcha mamlakatlarda o‘yin tartibi va mezonlari birxillashtirildi.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Maydon va jihozlar: Qoidalardagi asosiy o‘zgarishlar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78280" y="2468880"/>
            <a:ext cx="4572000" cy="1645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160" y="2651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Maydon oʻlchamlari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1160" y="29260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maydonining rasmiy oʻlchamlari vaqt o‘tishi bilan standartlashtirildi, bu oʻyin tezligi va strategiyasiga ijobiy ta’sir ko‘rsatdi.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1720" y="2468880"/>
            <a:ext cx="4572000" cy="1645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4600" y="2651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Halqa va to‘r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29260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Dastlab halqa yog‘ochdan tayyorlangan va to‘r bo‘lmagan, bugungi kunda esa halqa metall va elastik to‘r bilan jihozlangan.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78280" y="4206240"/>
            <a:ext cx="4572000" cy="1645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1160" y="4389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To‘pning evolyutsiyasi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1160" y="46634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Ilk bosqichlarda futbol to‘pi ishlatilgan, keyinchalik maxsus rezina va charm basketbol to‘plari ishlab chiqildi va standartlashtirildi.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1720" y="4206240"/>
            <a:ext cx="4572000" cy="1645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4600" y="4389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Jihozlar xavfsizligi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46634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Zamonaviy qoidalarga ko‘ra, pol qoplamasi va ustunlar xavfsiz materiallardan bo‘lishi talab qilinadi, jarohatlarning oldini olish maqsadida.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2800"/>
            </a:pPr>
            <a:r>
              <a:t>Xalqaro basketbol federatsiyalari va qoidalar standartlari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9840" y="2286000"/>
            <a:ext cx="2194560" cy="3931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6136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984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FIBA va uning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9840" y="3931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Xalqaro basketbol federatsiyasi (FIBA) 1932-yilda tashkil topib, dunyo bo‘ylab basketbol qoidalari va musobaqalarini boshqaradi.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8720" y="2286000"/>
            <a:ext cx="2194560" cy="3931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3024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872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Qoidalarning standartlashuvi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720" y="3931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FIBA tomonidan ishlab chiqilgan yagona qoidalar butun dunyo bo‘yicha bir xil o‘yin tartibini ta’minlaydi va musobaqalarda adolatni oshiradi.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600" y="2286000"/>
            <a:ext cx="2194560" cy="39319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912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7600" y="3063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Milliy federatsiyalar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7600" y="39319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Har bir davlatda milliy basketbol federatsiyalari FIBA standartlariga amal qiladi, o‘z ligalarining rivojlanishiga va xalqaro integratsiyaga xizmat qiladi.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Oʻyin davomiyligi va ishtirokchilar sonidagi oʻzgarishlar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2834640"/>
            <a:ext cx="8412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62128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8823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832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Dastlabki oʻyin muddati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32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Basketbolning ilk yillarida oʻyin muddati qat’iy belgilanmagan boʻlib, har bir davra vaqti hamda tanaffuslar farq qilgan.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3880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0575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84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Zamonaviy vaqt qoidalari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584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Hozirgi basketbolda oʻyin 4 ta chorakka boʻlinib, har biri 10 yoki 12 daqiqadan iborat boʻlishi belgilangan.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632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2327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336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Ishtirokchilar soni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336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Boshlanishida har bir jamoada 9 nafar oʻyinchi boʻlgan. Bugungi kunda esa har bir jamoa maydonga 5 nafardan oʻyinchi bilan chiqadi.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Basketbol oʻyin qoidalarining global kengayishi va tarqalishi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3256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9951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Xalqaro tarqalish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XIX asr oxiridan boshlab tezda boshqa mamlakatlarga yoyildi va 1936-yilda Olimpiya o‘yinlariga kiritildi, sport turi sifatida tan olindi.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008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1703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872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Qoidalar standartlashuvi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72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FIBA va boshqa tashkilotlar basketbol qoidalarini yagona shaklga keltirib, butun dunyo bo‘ylab bir xil o‘ynalishini ta’minladi.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60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3455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624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Madaniy ta’sirlar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2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Turli hududlarda basketbol lokal madaniyatga moslashdi, yangi uslub va o‘yin an’analarining paydo bo‘lishiga sabab bo‘ldi.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Oʻzbekistonda basketbolning dastlabki bosqichlari va tarixiy ildizlari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03960" y="2560320"/>
            <a:ext cx="41148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4219" y="2620579"/>
            <a:ext cx="290960" cy="29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8280" y="246888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61160" y="2651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Dastlabki tanishtirish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1160" y="29260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Oʻzbekistonga XX asr boshlarida xorijiy sportchilar va talabalar orqali kirib kelgan, dastlab shahar maktablarida oʻynalgan.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67400" y="2560320"/>
            <a:ext cx="41148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27659" y="2620579"/>
            <a:ext cx="290960" cy="29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1720" y="246888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24600" y="2651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Sovet davridagi taraqqiyot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9260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Sovet Ittifoqi tarkibida basketbol keng joriy etilib, maktab va institutlarda sport toʻgaraklari tashkil etilgan, musobaqalar oʻtkazilgan.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3960" y="4297680"/>
            <a:ext cx="41148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4219" y="4357939"/>
            <a:ext cx="290960" cy="29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8280" y="420624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61160" y="4389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Ilk musobaqalar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1160" y="46634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1930-yillarda birinchi rasmiy basketbol musobaqalari Toshkent va boshqa shaharlar sport zallarida oʻtkazila boshlandi.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67400" y="4297680"/>
            <a:ext cx="41148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27659" y="4357939"/>
            <a:ext cx="290960" cy="29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1720" y="420624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4600" y="4389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Tarixiy meros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600" y="46634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Dastlabki bosqichlardagi tashkilotchilar va murabbiylar Oʻzbekistonda basketbolning rivojlanishiga asos solib, bugungi anʼanalarga zamin yaratgan.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Mustaqillik davrida basketbolning rivojlanish tendensiyalari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6517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Yangi sport tizimi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  - Mustaqillikdan so‘ng, basketbol uchun maxsus federatsiyalar va sport maktablari tashkil etilib, zamonaviy sport tizimi shakllandi.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5661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Mahalliy musobaqalar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490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  - Respublika miqyosida basketbol chempionatlari va yoshlar o‘rtasida musobaqalar yo‘lga qo‘yildi, sportchilar soni ortdi.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4805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Xalqaro aloqalar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  - O‘zbekiston basketboli xalqaro turnirlarda ishtirok etishga boshladi va xorijiy tajribalarni o‘rganish yo‘lga qo‘yildi.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Basketbol federatsiyalari va sport maktablarining oʻrni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2834640"/>
            <a:ext cx="8412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62128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8823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832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Federatsiyalarning ahamiyati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32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federatsiyalari sportni boshqaradi, rasmiy turnirlar va musobaqalar tashkil etadi hamda milliy jamoalarning rivojlanishini ta’minlaydi.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3880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0575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84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Sport maktablari roli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584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Sport maktablari yoshlarga basketbol asoslarini o‘rgatadi, iste’dodlarni aniqlaydi va kelajak professional sportchilarni tayyorlashda muhim o‘rin tutadi.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6320" y="260604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23275" y="267299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336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Hamkorlik va rivojlanish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336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Federatsiyalar va maktablar o‘zaro hamkorlikda sport infratuzilmasini rivojlantiradi, innovatsion metodlarni joriy qiladi va basketbol ommaviylashuviga xizmat qiladi.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Oʻzbekiston basketbol jamoalarining muvaffaqiyatlari va yutuqlari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2560320"/>
            <a:ext cx="0" cy="356616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28346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26517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Milliy chempionatlar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Oʻzbekiston chempionatlarida basketbol jamoalari koʻplab gʻalabalarga erishgan, mamlakatda sport mashhurligi va raqobatini oshirishga yordam bergan.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37490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35661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Osiyo musobaqalari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490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Oʻzbekiston basketbol klublari va terma jamoalari Osiyo miqyosidagi musobaqalarda sovrinli oʻrinlarni egallab, xalqaro maydonda oʻzini namoyon qilmoqda.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46634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88720" y="44805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Yoshlar yutuqlari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Yoshlar terma jamoalari Osiyo va Markaziy Osiyo chempionatlarida muvaffaqiyatli ishtirok etib, kelajak uchun isteʼdodli sportchilarni yetishtirmoqda.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71600" y="55778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188720" y="53949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42284" y="54485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Individual mukofotlar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577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Oʻzbekiston basketbolchilari xalqaro turnirlarda eng yaxshi oʻyinchi, skorer va boshqa individual mukofotlarga sazovor boʻlishgan.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Basketbolning yoshlar va talabalar orasida ommalashuvi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3256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9951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Maktab va universitetlar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Oʻzbekiston maktab va universitetlarida basketbol toʻgaraklari faol ishlamoqda, bu yoshlarni sportga qiziqtirish va ularni jamoaviylikka oʻrgatadi.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008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1703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872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Turnirlar va musobaqalar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872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Yirik yoshlar va talabalar musobaqalari basketbolni ommalashtiradi, sogʻlom raqobat va yangi iste’dodlarning yuzaga chiqishiga zamin yaratadi.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600" y="3017520"/>
            <a:ext cx="4572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34555" y="3084475"/>
            <a:ext cx="323289" cy="3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624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Basketbolning tarbiyaviy roli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24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yoshlar orasida sogʻlom turmush tarzini targʻib qiladi, ijtimoiy faollik va liderlik qobiliyatlarini rivojlantirishga yordam beradi.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Xalqaro turnirlar va Oʻzbekiston basketbolchilari ishtiroki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0" y="2560320"/>
            <a:ext cx="0" cy="356616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28346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26517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Jahon chempionatlari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Oʻzbekiston basketbolchilari FIBA Jahon chempionatlari saralash bosqichlarida ishtirok etib, xalqaro tajriba to‘plab kelmoqda.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37490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35661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Osiyo o‘yinlari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490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Osiyo o‘yinlarida Oʻzbekiston terma jamoasi muntazam qatnashib, mintaqaviy raqobatda oʻzini namoyon qilishga harakat qilmoqda.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46634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88720" y="44805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Klub musobaqalari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Oʻzbekiston klublari Osiyo Chempionlar Ligasida ishtirok etib, xalqaro maydonda oʻz klublarining nufuzini oshirib kelmoqda.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71600" y="557784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188720" y="5394960"/>
            <a:ext cx="365760" cy="3657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42284" y="54485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Tashrif va hamkorlik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577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Xalqaro turnirlarda qatnashish o‘zaro tajriba almashish va basketbol rivoji uchun yangi hamkorliklarni shakllantirish imkonini beradi.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Basketbolni rivojlantirishda madaniy va ijtimoiy omillar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2286000"/>
            <a:ext cx="8229600" cy="34747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84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Madaniy qadriyatlar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Ijtimoiy integratsiya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40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Ta’lim va tarbiya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400" y="25603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ko‘plab jamiyatlarda sog‘lom turmush tarzi va jamoaviylikni targ‘ib qilib, yoshlar orasida ijtimoiy qadriyatlarni mustahkamladi.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400" y="35661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Turli millat va ijtimoiy qatlam vakillarini birlashtirib, basketbol jamiyatda tenglik va hamjihatlik muhitining shakllanishiga yordam berdi.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45720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Basketbol sport maktablarida yoshlarning intizom, liderlik va muloqot ko‘nikmalarini rivojlantirishda muhim vosita bo‘lib xizmat qilmoqda.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Xulosa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6517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2284" y="27053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Basketbol tarixi va taraqqiyoti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  - Basketbol sporti ixtiro qilinishidan boshlab, doimiy ravishda rivojlanib, jahon miqyosida keng tarqalgan va ommalashgan sport turi hisoblanadi.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5661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42284" y="36197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Ijtimoiy va madaniy ahamiyati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490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  - Basketbol turli yosh va millat vakillarini birlashtiradi, sog‘lom hayot va jamoaviylik qadriyatlarini jamiyatda mustahkamlashga yordam beradi.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480560"/>
            <a:ext cx="36576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2284" y="4534124"/>
            <a:ext cx="258631" cy="25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O‘zbekistonda istiqbolli yo‘nalish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663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  - O‘zbekistonda basketbol federatsiyalari va sport maktablari orqali yoshlar uchun keng imkoniyatlar yaratilmoqda va yutuqlar kengayib bormoqda.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E'tiboringiz uchun rahmat!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 (конференц-зал)">
  <a:themeElements>
    <a:clrScheme name="Ион (конференц-зал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Ион (конференц-зал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 (конференц-зал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</TotalTime>
  <Words>1565</Words>
  <Application>Microsoft Office PowerPoint</Application>
  <PresentationFormat>Широкоэкранный</PresentationFormat>
  <Paragraphs>210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Century Gothic</vt:lpstr>
      <vt:lpstr>Wingdings 3</vt:lpstr>
      <vt:lpstr>Ион (конференц-зал)</vt:lpstr>
      <vt:lpstr>Basketbol sport turini rivojlanish tarixi</vt:lpstr>
      <vt:lpstr>Reja</vt:lpstr>
      <vt:lpstr>Basketbolning yaratilish tarixi: Naismith va ilk konsepsiyalar</vt:lpstr>
      <vt:lpstr>Dastlabki yillarda basketbol: Oʻyin maydonidan maktab sportiga</vt:lpstr>
      <vt:lpstr>Basketbol qoidalarining rivojlanishi va oʻzgarishlari</vt:lpstr>
      <vt:lpstr>Basketbolning ommaviylashuvi va xalqaro tarqalishi</vt:lpstr>
      <vt:lpstr>Basketbolning ijtimoiy va madaniy ahamiyati</vt:lpstr>
      <vt:lpstr>XX asrda basketbol: Texnologiya va innovatsiyalarning ta’siri</vt:lpstr>
      <vt:lpstr>Basketbol oʻyinining dastlabki qoidalari va ularning shakllanishi</vt:lpstr>
      <vt:lpstr>Basketbol qoidalarining zamonaviy rivojlanishi va o‘zgarishi</vt:lpstr>
      <vt:lpstr>Maydon va jihozlar: Qoidalardagi asosiy o‘zgarishlar</vt:lpstr>
      <vt:lpstr>Xalqaro basketbol federatsiyalari va qoidalar standartlari</vt:lpstr>
      <vt:lpstr>Oʻyin davomiyligi va ishtirokchilar sonidagi oʻzgarishlar</vt:lpstr>
      <vt:lpstr>Basketbol oʻyin qoidalarining global kengayishi va tarqalishi</vt:lpstr>
      <vt:lpstr>Oʻzbekistonda basketbolning dastlabki bosqichlari va tarixiy ildizlari</vt:lpstr>
      <vt:lpstr>Mustaqillik davrida basketbolning rivojlanish tendensiyalari</vt:lpstr>
      <vt:lpstr>Basketbol federatsiyalari va sport maktablarining oʻrni</vt:lpstr>
      <vt:lpstr>Oʻzbekiston basketbol jamoalarining muvaffaqiyatlari va yutuqlari</vt:lpstr>
      <vt:lpstr>Basketbolning yoshlar va talabalar orasida ommalashuvi</vt:lpstr>
      <vt:lpstr>Xalqaro turnirlar va Oʻzbekiston basketbolchilari ishtiroki</vt:lpstr>
      <vt:lpstr>Basketbolni rivojlantirishda madaniy va ijtimoiy omillar</vt:lpstr>
      <vt:lpstr>Xulosa</vt:lpstr>
      <vt:lpstr>E'tiboringiz uchun rahmat!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Basketbol sport turini rivojlanish tarixi</dc:title>
  <dc:creator>쇼흐조드</dc:creator>
  <cp:lastModifiedBy>ADMIN</cp:lastModifiedBy>
  <cp:revision>10</cp:revision>
  <dcterms:created xsi:type="dcterms:W3CDTF">2023-10-19T02:20:52Z</dcterms:created>
  <dcterms:modified xsi:type="dcterms:W3CDTF">2026-07-27T18:09:34Z</dcterms:modified>
</cp:coreProperties>
</file>