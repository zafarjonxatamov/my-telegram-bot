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sldIdLst>
    <p:sldId id="275" r:id="rId2"/>
    <p:sldId id="256" r:id="rId3"/>
    <p:sldId id="26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7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C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66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79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94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91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77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35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84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87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67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963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977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2608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167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094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359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307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418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C255E4F-EA6C-44D0-B367-19157FAF5F13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FD47A-C02B-46EB-80A9-24AA7BEA6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595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6" r:id="rId12"/>
    <p:sldLayoutId id="2147483997" r:id="rId13"/>
    <p:sldLayoutId id="2147483998" r:id="rId14"/>
    <p:sldLayoutId id="2147483999" r:id="rId15"/>
    <p:sldLayoutId id="2147484000" r:id="rId16"/>
    <p:sldLayoutId id="21474840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5871" y="381587"/>
            <a:ext cx="6930393" cy="1915786"/>
          </a:xfrm>
        </p:spPr>
        <p:txBody>
          <a:bodyPr>
            <a:normAutofit/>
          </a:bodyPr>
          <a:lstStyle/>
          <a:p>
            <a:pPr algn="ctr"/>
            <a:r>
              <a:rPr lang="uz-Latn-UZ" altLang="ru-RU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uz-Latn-UZ" altLang="ru-RU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ru-RU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altLang="ru-RU" sz="4000" dirty="0">
                <a:latin typeface="Times New Roman" pitchFamily="18" charset="0"/>
                <a:cs typeface="Times New Roman" pitchFamily="18" charset="0"/>
              </a:rPr>
            </a:br>
            <a:endParaRPr sz="37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8276" y="2770495"/>
            <a:ext cx="8147712" cy="350747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 </a:t>
            </a:r>
            <a:r>
              <a:rPr lang="it-IT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o‘yinlari va uni </a:t>
            </a:r>
            <a:r>
              <a:rPr lang="it-IT" sz="4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o‘qitish </a:t>
            </a:r>
            <a:r>
              <a:rPr lang="it-IT" sz="40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metodikasi</a:t>
            </a:r>
            <a:endParaRPr lang="en-US" altLang="ru-RU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705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Gandbol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o’yin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uz-Latn-UZ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arixi</a:t>
            </a:r>
            <a:endParaRPr lang="ru-RU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219" y="2090063"/>
            <a:ext cx="6590805" cy="39544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5538448"/>
      </p:ext>
    </p:extLst>
  </p:cSld>
  <p:clrMapOvr>
    <a:masterClrMapping/>
  </p:clrMapOvr>
  <p:transition spd="slow" advTm="6826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035920" y="629392"/>
            <a:ext cx="10091259" cy="5557652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>	</a:t>
            </a:r>
            <a:endParaRPr lang="ru-RU" sz="22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633164" y="629392"/>
            <a:ext cx="6633666" cy="56503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3172622"/>
      </p:ext>
    </p:extLst>
  </p:cSld>
  <p:clrMapOvr>
    <a:masterClrMapping/>
  </p:clrMapOvr>
  <p:transition spd="slow" advTm="31354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97526" y="831273"/>
            <a:ext cx="10153403" cy="3163597"/>
          </a:xfrm>
        </p:spPr>
        <p:txBody>
          <a:bodyPr>
            <a:normAutofit/>
          </a:bodyPr>
          <a:lstStyle/>
          <a:p>
            <a:r>
              <a:rPr lang="uz-Cyrl-UZ" dirty="0" smtClean="0"/>
              <a:t/>
            </a:r>
            <a:br>
              <a:rPr lang="uz-Cyrl-UZ" dirty="0" smtClean="0"/>
            </a:br>
            <a:r>
              <a:rPr lang="uz-Cyrl-UZ" dirty="0"/>
              <a:t/>
            </a:r>
            <a:br>
              <a:rPr lang="uz-Cyrl-UZ" dirty="0"/>
            </a:br>
            <a:r>
              <a:rPr lang="uz-Cyrl-UZ" dirty="0" smtClean="0"/>
              <a:t>                      </a:t>
            </a:r>
            <a:endParaRPr lang="ru-RU" sz="33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908" y="807522"/>
            <a:ext cx="9737768" cy="53082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444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2639">
        <p:circle/>
      </p:transition>
    </mc:Choice>
    <mc:Fallback xmlns="">
      <p:transition spd="slow" advTm="2639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82926" y="636824"/>
            <a:ext cx="9431964" cy="52726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261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3929">
        <p14:flash/>
      </p:transition>
    </mc:Choice>
    <mc:Fallback xmlns="">
      <p:transition spd="slow" advTm="2392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60063" y="612941"/>
            <a:ext cx="8148212" cy="56790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0787011"/>
      </p:ext>
    </p:extLst>
  </p:cSld>
  <p:clrMapOvr>
    <a:masterClrMapping/>
  </p:clrMapOvr>
  <p:transition spd="slow" advTm="12748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57893" y="1151743"/>
            <a:ext cx="9656122" cy="40344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766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10910">
        <p:dissolve/>
      </p:transition>
    </mc:Choice>
    <mc:Fallback xmlns="">
      <p:transition spd="slow" advTm="10910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3"/>
          <p:cNvSpPr txBox="1">
            <a:spLocks/>
          </p:cNvSpPr>
          <p:nvPr/>
        </p:nvSpPr>
        <p:spPr>
          <a:xfrm>
            <a:off x="1112231" y="855023"/>
            <a:ext cx="9991196" cy="1983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2000" b="1" dirty="0" smtClean="0">
                <a:solidFill>
                  <a:srgbClr val="00B0F0"/>
                </a:solidFill>
              </a:rPr>
              <a:t>	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endParaRPr lang="ru-RU" sz="20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33419" y="1092674"/>
            <a:ext cx="9748819" cy="45302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100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Tm="12690">
        <p14:honeycomb/>
      </p:transition>
    </mc:Choice>
    <mc:Fallback xmlns="">
      <p:transition spd="slow" advTm="1269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912" y="2850078"/>
            <a:ext cx="5082640" cy="302820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756" y="3016332"/>
            <a:ext cx="4732316" cy="27788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894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522">
        <p:blinds dir="vert"/>
      </p:transition>
    </mc:Choice>
    <mc:Fallback xmlns="">
      <p:transition spd="slow" advTm="14522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486238" y="601425"/>
            <a:ext cx="7026252" cy="56756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9378840"/>
      </p:ext>
    </p:extLst>
  </p:cSld>
  <p:clrMapOvr>
    <a:masterClrMapping/>
  </p:clrMapOvr>
  <p:transition spd="slow" advTm="17452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280" y="1802091"/>
            <a:ext cx="3616097" cy="204452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703" y="3930732"/>
            <a:ext cx="3302700" cy="232192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556" y="1710047"/>
            <a:ext cx="3624262" cy="222068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588" y="3666784"/>
            <a:ext cx="3372560" cy="25624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606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16584">
        <p14:pan dir="u"/>
      </p:transition>
    </mc:Choice>
    <mc:Fallback xmlns="">
      <p:transition spd="slow" advTm="1658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052856" y="831272"/>
            <a:ext cx="10074323" cy="5332021"/>
          </a:xfrm>
        </p:spPr>
        <p:txBody>
          <a:bodyPr>
            <a:normAutofit/>
          </a:bodyPr>
          <a:lstStyle/>
          <a:p>
            <a:r>
              <a:rPr lang="en-US" sz="10000" b="1" dirty="0" err="1" smtClean="0">
                <a:solidFill>
                  <a:srgbClr val="04C004"/>
                </a:solidFill>
                <a:latin typeface="Times New Roman" pitchFamily="18" charset="0"/>
                <a:cs typeface="Times New Roman" pitchFamily="18" charset="0"/>
              </a:rPr>
              <a:t>E’tiboringiz</a:t>
            </a:r>
            <a:r>
              <a:rPr lang="en-US" sz="10000" b="1" dirty="0" smtClean="0">
                <a:solidFill>
                  <a:srgbClr val="04C00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0000" b="1" dirty="0" smtClean="0">
                <a:solidFill>
                  <a:srgbClr val="04C00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0000" b="1" dirty="0" err="1" smtClean="0">
                <a:solidFill>
                  <a:srgbClr val="04C004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10000" b="1" dirty="0" smtClean="0">
                <a:solidFill>
                  <a:srgbClr val="04C00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000" b="1" dirty="0" err="1" smtClean="0">
                <a:solidFill>
                  <a:srgbClr val="04C004"/>
                </a:solidFill>
                <a:latin typeface="Times New Roman" pitchFamily="18" charset="0"/>
                <a:cs typeface="Times New Roman" pitchFamily="18" charset="0"/>
              </a:rPr>
              <a:t>rahmat</a:t>
            </a:r>
            <a:r>
              <a:rPr lang="en-US" sz="10000" b="1" dirty="0" smtClean="0">
                <a:solidFill>
                  <a:srgbClr val="04C004"/>
                </a:solidFill>
                <a:latin typeface="Times New Roman" pitchFamily="18" charset="0"/>
                <a:cs typeface="Times New Roman" pitchFamily="18" charset="0"/>
              </a:rPr>
              <a:t>!</a:t>
            </a:r>
            <a:endParaRPr lang="ru-RU" sz="10000" b="1" dirty="0">
              <a:solidFill>
                <a:srgbClr val="04C004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913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79"/>
    </mc:Choice>
    <mc:Fallback xmlns="">
      <p:transition spd="slow" advTm="133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7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7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8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7.8|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2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6.2|2.3|2.2|1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338</TotalTime>
  <Words>13</Words>
  <Application>Microsoft Office PowerPoint</Application>
  <PresentationFormat>Широкоэкранный</PresentationFormat>
  <Paragraphs>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Times New Roman</vt:lpstr>
      <vt:lpstr>Wingdings 3</vt:lpstr>
      <vt:lpstr>Ион</vt:lpstr>
      <vt:lpstr>  </vt:lpstr>
      <vt:lpstr>Mavzu:  Gandbol o’yin tarixi</vt:lpstr>
      <vt:lpstr> </vt:lpstr>
      <vt:lpstr>                      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E’tiboringiz  uchun rahmat!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Гандбол  Кўл тўпи ойини</dc:title>
  <dc:creator>Admin</dc:creator>
  <cp:lastModifiedBy>ADMIN</cp:lastModifiedBy>
  <cp:revision>88</cp:revision>
  <dcterms:created xsi:type="dcterms:W3CDTF">2018-05-31T16:57:22Z</dcterms:created>
  <dcterms:modified xsi:type="dcterms:W3CDTF">2026-07-27T18:10:56Z</dcterms:modified>
</cp:coreProperties>
</file>